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微软雅黑" panose="020B0503020204020204" pitchFamily="34" charset="-122"/>
      <p:regular r:id="rId20"/>
      <p:bold r:id="rId21"/>
    </p:embeddedFont>
    <p:embeddedFont>
      <p:font typeface="MiSans" panose="020B0604020202020204" charset="-122"/>
      <p:regular r:id="rId22"/>
    </p:embeddedFont>
    <p:embeddedFont>
      <p:font typeface="Noto Sans SC" panose="020B0604020202020204" charset="-128"/>
      <p:regular r:id="rId23"/>
    </p:embeddedFont>
    <p:embeddedFont>
      <p:font typeface="Quattrocento Sans" panose="020B0502050000020003" pitchFamily="3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96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vkyhudsxome2/hrms_cover_bg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90525" y="390525"/>
            <a:ext cx="2590800" cy="438150"/>
          </a:xfrm>
          <a:custGeom>
            <a:avLst/>
            <a:gdLst/>
            <a:ahLst/>
            <a:cxnLst/>
            <a:rect l="l" t="t" r="r" b="b"/>
            <a:pathLst>
              <a:path w="2590800" h="438150">
                <a:moveTo>
                  <a:pt x="76199" y="0"/>
                </a:moveTo>
                <a:lnTo>
                  <a:pt x="2514601" y="0"/>
                </a:lnTo>
                <a:cubicBezTo>
                  <a:pt x="2556685" y="0"/>
                  <a:pt x="2590800" y="34115"/>
                  <a:pt x="2590800" y="76199"/>
                </a:cubicBezTo>
                <a:lnTo>
                  <a:pt x="2590800" y="361951"/>
                </a:lnTo>
                <a:cubicBezTo>
                  <a:pt x="2590800" y="404035"/>
                  <a:pt x="2556685" y="438150"/>
                  <a:pt x="2514601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0550" y="514350"/>
            <a:ext cx="22776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048505" y="3810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31156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HR Management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764756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4145756"/>
            <a:ext cx="86772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Digital HR Solution — End-to-End Workforce Management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86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9587" y="60293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125016"/>
                </a:moveTo>
                <a:cubicBezTo>
                  <a:pt x="210629" y="125016"/>
                  <a:pt x="236637" y="99007"/>
                  <a:pt x="236637" y="66973"/>
                </a:cubicBezTo>
                <a:cubicBezTo>
                  <a:pt x="236637" y="34938"/>
                  <a:pt x="210629" y="8930"/>
                  <a:pt x="178594" y="8930"/>
                </a:cubicBezTo>
                <a:cubicBezTo>
                  <a:pt x="146559" y="8930"/>
                  <a:pt x="120551" y="34938"/>
                  <a:pt x="120551" y="66973"/>
                </a:cubicBezTo>
                <a:cubicBezTo>
                  <a:pt x="120551" y="99007"/>
                  <a:pt x="146559" y="125016"/>
                  <a:pt x="178594" y="125016"/>
                </a:cubicBezTo>
                <a:close/>
                <a:moveTo>
                  <a:pt x="53578" y="129480"/>
                </a:moveTo>
                <a:cubicBezTo>
                  <a:pt x="75756" y="129480"/>
                  <a:pt x="93762" y="111475"/>
                  <a:pt x="93762" y="89297"/>
                </a:cubicBezTo>
                <a:cubicBezTo>
                  <a:pt x="93762" y="67119"/>
                  <a:pt x="75756" y="49113"/>
                  <a:pt x="53578" y="49113"/>
                </a:cubicBezTo>
                <a:cubicBezTo>
                  <a:pt x="31400" y="49113"/>
                  <a:pt x="13395" y="67119"/>
                  <a:pt x="13395" y="89297"/>
                </a:cubicBezTo>
                <a:cubicBezTo>
                  <a:pt x="13395" y="111475"/>
                  <a:pt x="31400" y="129480"/>
                  <a:pt x="53578" y="129480"/>
                </a:cubicBezTo>
                <a:close/>
                <a:moveTo>
                  <a:pt x="0" y="232172"/>
                </a:move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66247" y="267891"/>
                </a:lnTo>
                <a:cubicBezTo>
                  <a:pt x="63847" y="262421"/>
                  <a:pt x="62508" y="256394"/>
                  <a:pt x="62508" y="250031"/>
                </a:cubicBezTo>
                <a:lnTo>
                  <a:pt x="62508" y="241102"/>
                </a:lnTo>
                <a:cubicBezTo>
                  <a:pt x="62508" y="211410"/>
                  <a:pt x="73670" y="184286"/>
                  <a:pt x="92032" y="163748"/>
                </a:cubicBezTo>
                <a:cubicBezTo>
                  <a:pt x="85502" y="161795"/>
                  <a:pt x="78581" y="160734"/>
                  <a:pt x="71438" y="160734"/>
                </a:cubicBezTo>
                <a:cubicBezTo>
                  <a:pt x="31979" y="160734"/>
                  <a:pt x="0" y="192714"/>
                  <a:pt x="0" y="232172"/>
                </a:cubicBezTo>
                <a:close/>
                <a:moveTo>
                  <a:pt x="343793" y="89297"/>
                </a:moveTo>
                <a:cubicBezTo>
                  <a:pt x="343793" y="67119"/>
                  <a:pt x="325787" y="49113"/>
                  <a:pt x="303609" y="49113"/>
                </a:cubicBezTo>
                <a:cubicBezTo>
                  <a:pt x="281431" y="49113"/>
                  <a:pt x="263426" y="67119"/>
                  <a:pt x="263426" y="89297"/>
                </a:cubicBezTo>
                <a:cubicBezTo>
                  <a:pt x="263426" y="111475"/>
                  <a:pt x="281431" y="129480"/>
                  <a:pt x="303609" y="129480"/>
                </a:cubicBezTo>
                <a:cubicBezTo>
                  <a:pt x="325787" y="129480"/>
                  <a:pt x="343793" y="111475"/>
                  <a:pt x="343793" y="89297"/>
                </a:cubicBezTo>
                <a:close/>
                <a:moveTo>
                  <a:pt x="89297" y="241102"/>
                </a:moveTo>
                <a:lnTo>
                  <a:pt x="89297" y="250031"/>
                </a:lnTo>
                <a:cubicBezTo>
                  <a:pt x="89297" y="259910"/>
                  <a:pt x="97278" y="267891"/>
                  <a:pt x="107156" y="267891"/>
                </a:cubicBezTo>
                <a:lnTo>
                  <a:pt x="194667" y="267891"/>
                </a:lnTo>
                <a:cubicBezTo>
                  <a:pt x="190705" y="255836"/>
                  <a:pt x="191151" y="243111"/>
                  <a:pt x="200639" y="232172"/>
                </a:cubicBezTo>
                <a:cubicBezTo>
                  <a:pt x="192825" y="223131"/>
                  <a:pt x="189198" y="210015"/>
                  <a:pt x="194277" y="196844"/>
                </a:cubicBezTo>
                <a:cubicBezTo>
                  <a:pt x="197960" y="187300"/>
                  <a:pt x="203150" y="178371"/>
                  <a:pt x="209569" y="170445"/>
                </a:cubicBezTo>
                <a:cubicBezTo>
                  <a:pt x="212582" y="166762"/>
                  <a:pt x="216043" y="163916"/>
                  <a:pt x="219782" y="161851"/>
                </a:cubicBezTo>
                <a:cubicBezTo>
                  <a:pt x="207448" y="155432"/>
                  <a:pt x="193439" y="151805"/>
                  <a:pt x="178594" y="151805"/>
                </a:cubicBezTo>
                <a:cubicBezTo>
                  <a:pt x="129257" y="151805"/>
                  <a:pt x="89297" y="191765"/>
                  <a:pt x="89297" y="241102"/>
                </a:cubicBezTo>
                <a:close/>
                <a:moveTo>
                  <a:pt x="348593" y="216489"/>
                </a:moveTo>
                <a:cubicBezTo>
                  <a:pt x="352109" y="214480"/>
                  <a:pt x="353895" y="210294"/>
                  <a:pt x="352388" y="206443"/>
                </a:cubicBezTo>
                <a:cubicBezTo>
                  <a:pt x="349709" y="199523"/>
                  <a:pt x="345970" y="192993"/>
                  <a:pt x="341281" y="187244"/>
                </a:cubicBezTo>
                <a:cubicBezTo>
                  <a:pt x="338714" y="184063"/>
                  <a:pt x="334194" y="183505"/>
                  <a:pt x="330677" y="185570"/>
                </a:cubicBezTo>
                <a:cubicBezTo>
                  <a:pt x="318511" y="192602"/>
                  <a:pt x="303554" y="184007"/>
                  <a:pt x="303554" y="169887"/>
                </a:cubicBezTo>
                <a:cubicBezTo>
                  <a:pt x="303554" y="165813"/>
                  <a:pt x="300819" y="162185"/>
                  <a:pt x="296800" y="161572"/>
                </a:cubicBezTo>
                <a:cubicBezTo>
                  <a:pt x="289601" y="160455"/>
                  <a:pt x="281843" y="160455"/>
                  <a:pt x="274644" y="161572"/>
                </a:cubicBezTo>
                <a:cubicBezTo>
                  <a:pt x="270625" y="162185"/>
                  <a:pt x="267891" y="165813"/>
                  <a:pt x="267891" y="169887"/>
                </a:cubicBezTo>
                <a:cubicBezTo>
                  <a:pt x="267891" y="183952"/>
                  <a:pt x="252933" y="192602"/>
                  <a:pt x="240767" y="185570"/>
                </a:cubicBezTo>
                <a:cubicBezTo>
                  <a:pt x="237251" y="183561"/>
                  <a:pt x="232730" y="184119"/>
                  <a:pt x="230163" y="187244"/>
                </a:cubicBezTo>
                <a:cubicBezTo>
                  <a:pt x="225475" y="192993"/>
                  <a:pt x="221735" y="199523"/>
                  <a:pt x="219056" y="206443"/>
                </a:cubicBezTo>
                <a:cubicBezTo>
                  <a:pt x="217605" y="210238"/>
                  <a:pt x="219335" y="214424"/>
                  <a:pt x="222852" y="216433"/>
                </a:cubicBezTo>
                <a:cubicBezTo>
                  <a:pt x="235074" y="223465"/>
                  <a:pt x="235074" y="240711"/>
                  <a:pt x="222852" y="247799"/>
                </a:cubicBezTo>
                <a:cubicBezTo>
                  <a:pt x="219335" y="249808"/>
                  <a:pt x="217550" y="253994"/>
                  <a:pt x="219056" y="257789"/>
                </a:cubicBezTo>
                <a:cubicBezTo>
                  <a:pt x="221735" y="264709"/>
                  <a:pt x="225475" y="271239"/>
                  <a:pt x="230163" y="276988"/>
                </a:cubicBezTo>
                <a:cubicBezTo>
                  <a:pt x="232730" y="280169"/>
                  <a:pt x="237251" y="280727"/>
                  <a:pt x="240767" y="278662"/>
                </a:cubicBezTo>
                <a:cubicBezTo>
                  <a:pt x="252933" y="271630"/>
                  <a:pt x="267891" y="280281"/>
                  <a:pt x="267891" y="294345"/>
                </a:cubicBezTo>
                <a:cubicBezTo>
                  <a:pt x="267891" y="298419"/>
                  <a:pt x="270625" y="302047"/>
                  <a:pt x="274644" y="302661"/>
                </a:cubicBezTo>
                <a:cubicBezTo>
                  <a:pt x="281843" y="303777"/>
                  <a:pt x="289601" y="303777"/>
                  <a:pt x="296800" y="302661"/>
                </a:cubicBezTo>
                <a:cubicBezTo>
                  <a:pt x="300819" y="302047"/>
                  <a:pt x="303554" y="298419"/>
                  <a:pt x="303554" y="294345"/>
                </a:cubicBezTo>
                <a:cubicBezTo>
                  <a:pt x="303554" y="280281"/>
                  <a:pt x="318511" y="271630"/>
                  <a:pt x="330677" y="278662"/>
                </a:cubicBezTo>
                <a:cubicBezTo>
                  <a:pt x="334194" y="280671"/>
                  <a:pt x="338714" y="280113"/>
                  <a:pt x="341281" y="276988"/>
                </a:cubicBezTo>
                <a:cubicBezTo>
                  <a:pt x="345970" y="271239"/>
                  <a:pt x="349709" y="264709"/>
                  <a:pt x="352388" y="257789"/>
                </a:cubicBezTo>
                <a:cubicBezTo>
                  <a:pt x="353839" y="253994"/>
                  <a:pt x="352109" y="249808"/>
                  <a:pt x="348593" y="247799"/>
                </a:cubicBezTo>
                <a:cubicBezTo>
                  <a:pt x="336370" y="240767"/>
                  <a:pt x="336370" y="223521"/>
                  <a:pt x="348593" y="216433"/>
                </a:cubicBezTo>
                <a:close/>
                <a:moveTo>
                  <a:pt x="263426" y="232172"/>
                </a:moveTo>
                <a:cubicBezTo>
                  <a:pt x="263426" y="219851"/>
                  <a:pt x="273429" y="209848"/>
                  <a:pt x="285750" y="209848"/>
                </a:cubicBezTo>
                <a:cubicBezTo>
                  <a:pt x="298071" y="209848"/>
                  <a:pt x="308074" y="219851"/>
                  <a:pt x="308074" y="232172"/>
                </a:cubicBezTo>
                <a:cubicBezTo>
                  <a:pt x="308074" y="244493"/>
                  <a:pt x="298071" y="254496"/>
                  <a:pt x="285750" y="254496"/>
                </a:cubicBezTo>
                <a:cubicBezTo>
                  <a:pt x="273429" y="254496"/>
                  <a:pt x="263426" y="244493"/>
                  <a:pt x="263426" y="2321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" y="592455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Md. Rakibul Islam Ratul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61912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Sr. Manager, Telecom, Metal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16094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63744" y="6057900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89541" y="6096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18141" y="60579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Mobile-Ready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672763" y="6096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929938" y="60579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887" y="432754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99868" y="0"/>
                </a:moveTo>
                <a:lnTo>
                  <a:pt x="366174" y="0"/>
                </a:lnTo>
                <a:cubicBezTo>
                  <a:pt x="421293" y="0"/>
                  <a:pt x="466042" y="44749"/>
                  <a:pt x="466042" y="99868"/>
                </a:cubicBezTo>
                <a:lnTo>
                  <a:pt x="466042" y="366174"/>
                </a:lnTo>
                <a:cubicBezTo>
                  <a:pt x="466042" y="421330"/>
                  <a:pt x="421330" y="466042"/>
                  <a:pt x="366174" y="466042"/>
                </a:cubicBezTo>
                <a:lnTo>
                  <a:pt x="99868" y="466042"/>
                </a:lnTo>
                <a:cubicBezTo>
                  <a:pt x="44749" y="466042"/>
                  <a:pt x="0" y="421293"/>
                  <a:pt x="0" y="366174"/>
                </a:cubicBezTo>
                <a:lnTo>
                  <a:pt x="0" y="99868"/>
                </a:lnTo>
                <a:cubicBezTo>
                  <a:pt x="0" y="44749"/>
                  <a:pt x="44749" y="0"/>
                  <a:pt x="9986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66042" y="565909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18725" y="56175"/>
                </a:moveTo>
                <a:cubicBezTo>
                  <a:pt x="29059" y="56175"/>
                  <a:pt x="37450" y="47784"/>
                  <a:pt x="37450" y="37450"/>
                </a:cubicBezTo>
                <a:cubicBezTo>
                  <a:pt x="37450" y="27115"/>
                  <a:pt x="29059" y="18725"/>
                  <a:pt x="18725" y="18725"/>
                </a:cubicBezTo>
                <a:cubicBezTo>
                  <a:pt x="8390" y="18725"/>
                  <a:pt x="0" y="27115"/>
                  <a:pt x="0" y="37450"/>
                </a:cubicBezTo>
                <a:cubicBezTo>
                  <a:pt x="0" y="47784"/>
                  <a:pt x="8390" y="56175"/>
                  <a:pt x="18725" y="56175"/>
                </a:cubicBezTo>
                <a:close/>
                <a:moveTo>
                  <a:pt x="74900" y="24967"/>
                </a:moveTo>
                <a:cubicBezTo>
                  <a:pt x="67995" y="24967"/>
                  <a:pt x="62416" y="30545"/>
                  <a:pt x="62416" y="37450"/>
                </a:cubicBezTo>
                <a:cubicBezTo>
                  <a:pt x="62416" y="44355"/>
                  <a:pt x="67995" y="49933"/>
                  <a:pt x="74900" y="49933"/>
                </a:cubicBezTo>
                <a:lnTo>
                  <a:pt x="187249" y="49933"/>
                </a:lnTo>
                <a:cubicBezTo>
                  <a:pt x="194154" y="49933"/>
                  <a:pt x="199732" y="44355"/>
                  <a:pt x="199732" y="37450"/>
                </a:cubicBezTo>
                <a:cubicBezTo>
                  <a:pt x="199732" y="30545"/>
                  <a:pt x="194154" y="24967"/>
                  <a:pt x="187249" y="24967"/>
                </a:cubicBezTo>
                <a:lnTo>
                  <a:pt x="74900" y="24967"/>
                </a:lnTo>
                <a:close/>
                <a:moveTo>
                  <a:pt x="74900" y="87383"/>
                </a:moveTo>
                <a:cubicBezTo>
                  <a:pt x="67995" y="87383"/>
                  <a:pt x="62416" y="92961"/>
                  <a:pt x="62416" y="99866"/>
                </a:cubicBezTo>
                <a:cubicBezTo>
                  <a:pt x="62416" y="106771"/>
                  <a:pt x="67995" y="112349"/>
                  <a:pt x="74900" y="112349"/>
                </a:cubicBezTo>
                <a:lnTo>
                  <a:pt x="187249" y="112349"/>
                </a:lnTo>
                <a:cubicBezTo>
                  <a:pt x="194154" y="112349"/>
                  <a:pt x="199732" y="106771"/>
                  <a:pt x="199732" y="99866"/>
                </a:cubicBezTo>
                <a:cubicBezTo>
                  <a:pt x="199732" y="92961"/>
                  <a:pt x="194154" y="87383"/>
                  <a:pt x="187249" y="87383"/>
                </a:cubicBezTo>
                <a:lnTo>
                  <a:pt x="74900" y="87383"/>
                </a:lnTo>
                <a:close/>
                <a:moveTo>
                  <a:pt x="74900" y="149799"/>
                </a:moveTo>
                <a:cubicBezTo>
                  <a:pt x="67995" y="149799"/>
                  <a:pt x="62416" y="155378"/>
                  <a:pt x="62416" y="162283"/>
                </a:cubicBezTo>
                <a:cubicBezTo>
                  <a:pt x="62416" y="169187"/>
                  <a:pt x="67995" y="174766"/>
                  <a:pt x="74900" y="174766"/>
                </a:cubicBezTo>
                <a:lnTo>
                  <a:pt x="187249" y="174766"/>
                </a:lnTo>
                <a:cubicBezTo>
                  <a:pt x="194154" y="174766"/>
                  <a:pt x="199732" y="169187"/>
                  <a:pt x="199732" y="162283"/>
                </a:cubicBezTo>
                <a:cubicBezTo>
                  <a:pt x="199732" y="155378"/>
                  <a:pt x="194154" y="149799"/>
                  <a:pt x="187249" y="149799"/>
                </a:cubicBezTo>
                <a:lnTo>
                  <a:pt x="74900" y="149799"/>
                </a:lnTo>
                <a:close/>
                <a:moveTo>
                  <a:pt x="18725" y="181008"/>
                </a:moveTo>
                <a:cubicBezTo>
                  <a:pt x="29059" y="181008"/>
                  <a:pt x="37450" y="172617"/>
                  <a:pt x="37450" y="162283"/>
                </a:cubicBezTo>
                <a:cubicBezTo>
                  <a:pt x="37450" y="151948"/>
                  <a:pt x="29059" y="143558"/>
                  <a:pt x="18725" y="143558"/>
                </a:cubicBezTo>
                <a:cubicBezTo>
                  <a:pt x="8390" y="143558"/>
                  <a:pt x="0" y="151948"/>
                  <a:pt x="0" y="162283"/>
                </a:cubicBezTo>
                <a:cubicBezTo>
                  <a:pt x="0" y="172617"/>
                  <a:pt x="8390" y="181008"/>
                  <a:pt x="18725" y="181008"/>
                </a:cubicBezTo>
                <a:close/>
                <a:moveTo>
                  <a:pt x="37450" y="99866"/>
                </a:moveTo>
                <a:cubicBezTo>
                  <a:pt x="37450" y="89532"/>
                  <a:pt x="29059" y="81141"/>
                  <a:pt x="18725" y="81141"/>
                </a:cubicBezTo>
                <a:cubicBezTo>
                  <a:pt x="8390" y="81141"/>
                  <a:pt x="0" y="89532"/>
                  <a:pt x="0" y="99866"/>
                </a:cubicBezTo>
                <a:cubicBezTo>
                  <a:pt x="0" y="110201"/>
                  <a:pt x="8390" y="118591"/>
                  <a:pt x="18725" y="118591"/>
                </a:cubicBezTo>
                <a:cubicBezTo>
                  <a:pt x="29059" y="118591"/>
                  <a:pt x="37450" y="110201"/>
                  <a:pt x="37450" y="9986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2085" y="332887"/>
            <a:ext cx="399464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085" y="765641"/>
            <a:ext cx="386981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system overview and module breakdown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532" y="1264972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9532" y="1264972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9331" y="1398127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6479" y="1481349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1951" y="1398127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 &amp; Tech 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1951" y="1631148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technologies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9532" y="2030613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9532" y="2030613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9331" y="2163768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6479" y="2246990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1951" y="2163768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Management Module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1951" y="2396789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Profiles, lifecycle &amp; transfers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9532" y="2796254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9532" y="2796254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9331" y="2929409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6479" y="3012631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1951" y="2929409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Management Module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1951" y="3162430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tracking &amp; smart detection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9532" y="3561895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9532" y="3561895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9331" y="3695050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6479" y="3778272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1951" y="3695050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Management Module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1951" y="3928071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types &amp; approval workflow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9532" y="4327536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9532" y="4327536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9331" y="4460691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6479" y="4543913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1951" y="4460691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Payroll &amp; Salary Module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1951" y="4693712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salary processing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9532" y="5093177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49532" y="5093177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9331" y="5226332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6479" y="5309554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1951" y="5226332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&amp; Roster Management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1951" y="5459353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Duty scheduling &amp; overrides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9532" y="5858818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9532" y="5858818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9331" y="599197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6479" y="6075195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31951" y="5991973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Management Module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1951" y="6224994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&amp; salary policies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45279" y="1264972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45279" y="1264972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95078" y="1398127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02227" y="1481349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27698" y="1398127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Workflow Engine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27698" y="1631148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approval chains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45279" y="2030613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45279" y="2030613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95078" y="2163768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02227" y="2246990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27698" y="2163768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Engine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27698" y="2396789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Labor law automation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45279" y="2796254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45279" y="2796254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95078" y="2929409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02227" y="3012631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27698" y="2929409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Panel &amp; Configuration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27698" y="3162430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administration tools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45279" y="3561895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45279" y="3561895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95078" y="3695050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02227" y="3778272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927698" y="3695050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&amp; Reporting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927698" y="3928071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 &amp; insights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45279" y="4327536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245279" y="4327536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395078" y="4460691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502227" y="4543913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927698" y="4460691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927698" y="4693712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 capabilities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45279" y="5093177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245279" y="5093177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395078" y="5226332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502227" y="5309554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927698" y="5226332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Architecture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927698" y="5459353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 &amp; infrastructure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45279" y="5858818"/>
            <a:ext cx="5609152" cy="665775"/>
          </a:xfrm>
          <a:custGeom>
            <a:avLst/>
            <a:gdLst/>
            <a:ahLst/>
            <a:cxnLst/>
            <a:rect l="l" t="t" r="r" b="b"/>
            <a:pathLst>
              <a:path w="5609152" h="665775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565909"/>
                </a:lnTo>
                <a:cubicBezTo>
                  <a:pt x="5609152" y="621063"/>
                  <a:pt x="5564441" y="665775"/>
                  <a:pt x="5509286" y="665775"/>
                </a:cubicBez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245279" y="5858818"/>
            <a:ext cx="33289" cy="665775"/>
          </a:xfrm>
          <a:custGeom>
            <a:avLst/>
            <a:gdLst/>
            <a:ahLst/>
            <a:cxnLst/>
            <a:rect l="l" t="t" r="r" b="b"/>
            <a:pathLst>
              <a:path w="33289" h="665775">
                <a:moveTo>
                  <a:pt x="33289" y="0"/>
                </a:moveTo>
                <a:lnTo>
                  <a:pt x="33289" y="0"/>
                </a:lnTo>
                <a:lnTo>
                  <a:pt x="33289" y="665775"/>
                </a:lnTo>
                <a:lnTo>
                  <a:pt x="33289" y="665775"/>
                </a:lnTo>
                <a:cubicBezTo>
                  <a:pt x="14904" y="665775"/>
                  <a:pt x="0" y="650871"/>
                  <a:pt x="0" y="63248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395078" y="5991973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502227" y="6075195"/>
            <a:ext cx="2663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927698" y="5991973"/>
            <a:ext cx="486847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&amp; ROI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927698" y="6224994"/>
            <a:ext cx="4851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 &amp; outcomes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421532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97279" y="0"/>
                </a:moveTo>
                <a:lnTo>
                  <a:pt x="356679" y="0"/>
                </a:lnTo>
                <a:cubicBezTo>
                  <a:pt x="410368" y="0"/>
                  <a:pt x="453957" y="43589"/>
                  <a:pt x="453957" y="97279"/>
                </a:cubicBezTo>
                <a:lnTo>
                  <a:pt x="453957" y="356679"/>
                </a:lnTo>
                <a:cubicBezTo>
                  <a:pt x="453957" y="410368"/>
                  <a:pt x="410368" y="453957"/>
                  <a:pt x="356679" y="453957"/>
                </a:cubicBezTo>
                <a:lnTo>
                  <a:pt x="97279" y="453957"/>
                </a:lnTo>
                <a:cubicBezTo>
                  <a:pt x="43589" y="453957"/>
                  <a:pt x="0" y="410368"/>
                  <a:pt x="0" y="356679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3957" y="551234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97277" y="194553"/>
                </a:moveTo>
                <a:cubicBezTo>
                  <a:pt x="150965" y="194553"/>
                  <a:pt x="194553" y="150965"/>
                  <a:pt x="194553" y="97277"/>
                </a:cubicBezTo>
                <a:cubicBezTo>
                  <a:pt x="194553" y="43588"/>
                  <a:pt x="150965" y="0"/>
                  <a:pt x="97277" y="0"/>
                </a:cubicBezTo>
                <a:cubicBezTo>
                  <a:pt x="43588" y="0"/>
                  <a:pt x="0" y="43588"/>
                  <a:pt x="0" y="97277"/>
                </a:cubicBezTo>
                <a:cubicBezTo>
                  <a:pt x="0" y="150965"/>
                  <a:pt x="43588" y="194553"/>
                  <a:pt x="97277" y="194553"/>
                </a:cubicBezTo>
                <a:close/>
                <a:moveTo>
                  <a:pt x="85117" y="60798"/>
                </a:moveTo>
                <a:cubicBezTo>
                  <a:pt x="85117" y="54087"/>
                  <a:pt x="90566" y="48638"/>
                  <a:pt x="97277" y="48638"/>
                </a:cubicBezTo>
                <a:cubicBezTo>
                  <a:pt x="103988" y="48638"/>
                  <a:pt x="109436" y="54087"/>
                  <a:pt x="109436" y="60798"/>
                </a:cubicBezTo>
                <a:cubicBezTo>
                  <a:pt x="109436" y="67509"/>
                  <a:pt x="103988" y="72957"/>
                  <a:pt x="97277" y="72957"/>
                </a:cubicBezTo>
                <a:cubicBezTo>
                  <a:pt x="90566" y="72957"/>
                  <a:pt x="85117" y="67509"/>
                  <a:pt x="85117" y="60798"/>
                </a:cubicBezTo>
                <a:close/>
                <a:moveTo>
                  <a:pt x="82077" y="85117"/>
                </a:moveTo>
                <a:lnTo>
                  <a:pt x="100316" y="85117"/>
                </a:lnTo>
                <a:cubicBezTo>
                  <a:pt x="105370" y="85117"/>
                  <a:pt x="109436" y="89183"/>
                  <a:pt x="109436" y="94237"/>
                </a:cubicBezTo>
                <a:lnTo>
                  <a:pt x="109436" y="127676"/>
                </a:lnTo>
                <a:lnTo>
                  <a:pt x="112476" y="127676"/>
                </a:lnTo>
                <a:cubicBezTo>
                  <a:pt x="117530" y="127676"/>
                  <a:pt x="121596" y="131741"/>
                  <a:pt x="121596" y="136795"/>
                </a:cubicBezTo>
                <a:cubicBezTo>
                  <a:pt x="121596" y="141849"/>
                  <a:pt x="117530" y="145915"/>
                  <a:pt x="112476" y="145915"/>
                </a:cubicBezTo>
                <a:lnTo>
                  <a:pt x="82077" y="145915"/>
                </a:lnTo>
                <a:cubicBezTo>
                  <a:pt x="77023" y="145915"/>
                  <a:pt x="72957" y="141849"/>
                  <a:pt x="72957" y="136795"/>
                </a:cubicBezTo>
                <a:cubicBezTo>
                  <a:pt x="72957" y="131741"/>
                  <a:pt x="77023" y="127676"/>
                  <a:pt x="82077" y="127676"/>
                </a:cubicBezTo>
                <a:lnTo>
                  <a:pt x="91197" y="127676"/>
                </a:lnTo>
                <a:lnTo>
                  <a:pt x="91197" y="103356"/>
                </a:lnTo>
                <a:lnTo>
                  <a:pt x="82077" y="103356"/>
                </a:lnTo>
                <a:cubicBezTo>
                  <a:pt x="77023" y="103356"/>
                  <a:pt x="72957" y="99291"/>
                  <a:pt x="72957" y="94237"/>
                </a:cubicBezTo>
                <a:cubicBezTo>
                  <a:pt x="72957" y="89183"/>
                  <a:pt x="77023" y="85117"/>
                  <a:pt x="82077" y="851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07915" y="324255"/>
            <a:ext cx="3420894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7915" y="745787"/>
            <a:ext cx="3299298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HRMS?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468" y="1167319"/>
            <a:ext cx="11527277" cy="916021"/>
          </a:xfrm>
          <a:custGeom>
            <a:avLst/>
            <a:gdLst/>
            <a:ahLst/>
            <a:cxnLst/>
            <a:rect l="l" t="t" r="r" b="b"/>
            <a:pathLst>
              <a:path w="11527277" h="916021">
                <a:moveTo>
                  <a:pt x="32426" y="0"/>
                </a:moveTo>
                <a:lnTo>
                  <a:pt x="11430004" y="0"/>
                </a:lnTo>
                <a:cubicBezTo>
                  <a:pt x="11483726" y="0"/>
                  <a:pt x="11527277" y="43550"/>
                  <a:pt x="11527277" y="97272"/>
                </a:cubicBezTo>
                <a:lnTo>
                  <a:pt x="11527277" y="818749"/>
                </a:lnTo>
                <a:cubicBezTo>
                  <a:pt x="11527277" y="872471"/>
                  <a:pt x="11483726" y="916021"/>
                  <a:pt x="11430004" y="916021"/>
                </a:cubicBezTo>
                <a:lnTo>
                  <a:pt x="32426" y="916021"/>
                </a:lnTo>
                <a:cubicBezTo>
                  <a:pt x="14517" y="916021"/>
                  <a:pt x="0" y="901504"/>
                  <a:pt x="0" y="88359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0468" y="1167319"/>
            <a:ext cx="32426" cy="916021"/>
          </a:xfrm>
          <a:custGeom>
            <a:avLst/>
            <a:gdLst/>
            <a:ahLst/>
            <a:cxnLst/>
            <a:rect l="l" t="t" r="r" b="b"/>
            <a:pathLst>
              <a:path w="32426" h="916021">
                <a:moveTo>
                  <a:pt x="32426" y="0"/>
                </a:moveTo>
                <a:lnTo>
                  <a:pt x="32426" y="0"/>
                </a:lnTo>
                <a:lnTo>
                  <a:pt x="32426" y="916021"/>
                </a:lnTo>
                <a:lnTo>
                  <a:pt x="32426" y="916021"/>
                </a:lnTo>
                <a:cubicBezTo>
                  <a:pt x="14517" y="916021"/>
                  <a:pt x="0" y="901504"/>
                  <a:pt x="0" y="883596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1234" y="1361872"/>
            <a:ext cx="11203021" cy="52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full-stack Human Resource Management System</a:t>
            </a:r>
            <a:r>
              <a:rPr lang="en-US" sz="1277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to digitize and automate all HR operations — from employee onboarding to payroll processing. It replaces manual spreadsheets and paper-based workflows with a centralized, web-based platform accessible from both desktop and mobile.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8574" y="2310319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88347" y="1976"/>
                </a:moveTo>
                <a:cubicBezTo>
                  <a:pt x="94009" y="-646"/>
                  <a:pt x="100544" y="-646"/>
                  <a:pt x="106206" y="1976"/>
                </a:cubicBezTo>
                <a:lnTo>
                  <a:pt x="189271" y="40355"/>
                </a:lnTo>
                <a:cubicBezTo>
                  <a:pt x="192501" y="41837"/>
                  <a:pt x="194553" y="45066"/>
                  <a:pt x="194553" y="48638"/>
                </a:cubicBezTo>
                <a:cubicBezTo>
                  <a:pt x="194553" y="52210"/>
                  <a:pt x="192501" y="55440"/>
                  <a:pt x="189271" y="56922"/>
                </a:cubicBezTo>
                <a:lnTo>
                  <a:pt x="106206" y="95301"/>
                </a:lnTo>
                <a:cubicBezTo>
                  <a:pt x="100544" y="97923"/>
                  <a:pt x="94009" y="97923"/>
                  <a:pt x="88347" y="95301"/>
                </a:cubicBezTo>
                <a:lnTo>
                  <a:pt x="5282" y="56922"/>
                </a:lnTo>
                <a:cubicBezTo>
                  <a:pt x="2052" y="55402"/>
                  <a:pt x="0" y="52172"/>
                  <a:pt x="0" y="48638"/>
                </a:cubicBezTo>
                <a:cubicBezTo>
                  <a:pt x="0" y="45104"/>
                  <a:pt x="2052" y="41837"/>
                  <a:pt x="5282" y="40355"/>
                </a:cubicBezTo>
                <a:lnTo>
                  <a:pt x="88347" y="1976"/>
                </a:lnTo>
                <a:close/>
                <a:moveTo>
                  <a:pt x="18277" y="82989"/>
                </a:moveTo>
                <a:lnTo>
                  <a:pt x="80709" y="111830"/>
                </a:lnTo>
                <a:cubicBezTo>
                  <a:pt x="91235" y="116694"/>
                  <a:pt x="103356" y="116694"/>
                  <a:pt x="113882" y="111830"/>
                </a:cubicBezTo>
                <a:lnTo>
                  <a:pt x="176314" y="82989"/>
                </a:lnTo>
                <a:lnTo>
                  <a:pt x="189271" y="88993"/>
                </a:lnTo>
                <a:cubicBezTo>
                  <a:pt x="192501" y="90475"/>
                  <a:pt x="194553" y="93705"/>
                  <a:pt x="194553" y="97277"/>
                </a:cubicBezTo>
                <a:cubicBezTo>
                  <a:pt x="194553" y="100848"/>
                  <a:pt x="192501" y="104078"/>
                  <a:pt x="189271" y="105560"/>
                </a:cubicBezTo>
                <a:lnTo>
                  <a:pt x="106206" y="143939"/>
                </a:lnTo>
                <a:cubicBezTo>
                  <a:pt x="100544" y="146561"/>
                  <a:pt x="94009" y="146561"/>
                  <a:pt x="88347" y="143939"/>
                </a:cubicBezTo>
                <a:lnTo>
                  <a:pt x="5282" y="105560"/>
                </a:lnTo>
                <a:cubicBezTo>
                  <a:pt x="2052" y="104040"/>
                  <a:pt x="0" y="100810"/>
                  <a:pt x="0" y="97277"/>
                </a:cubicBezTo>
                <a:cubicBezTo>
                  <a:pt x="0" y="93743"/>
                  <a:pt x="2052" y="90475"/>
                  <a:pt x="5282" y="88993"/>
                </a:cubicBezTo>
                <a:lnTo>
                  <a:pt x="18239" y="82989"/>
                </a:lnTo>
                <a:close/>
                <a:moveTo>
                  <a:pt x="5282" y="137631"/>
                </a:moveTo>
                <a:lnTo>
                  <a:pt x="18239" y="131627"/>
                </a:lnTo>
                <a:lnTo>
                  <a:pt x="80671" y="160468"/>
                </a:lnTo>
                <a:cubicBezTo>
                  <a:pt x="91197" y="165332"/>
                  <a:pt x="103318" y="165332"/>
                  <a:pt x="113844" y="160468"/>
                </a:cubicBezTo>
                <a:lnTo>
                  <a:pt x="176276" y="131627"/>
                </a:lnTo>
                <a:lnTo>
                  <a:pt x="189233" y="137631"/>
                </a:lnTo>
                <a:cubicBezTo>
                  <a:pt x="192463" y="139113"/>
                  <a:pt x="194515" y="142343"/>
                  <a:pt x="194515" y="145915"/>
                </a:cubicBezTo>
                <a:cubicBezTo>
                  <a:pt x="194515" y="149487"/>
                  <a:pt x="192463" y="152717"/>
                  <a:pt x="189233" y="154199"/>
                </a:cubicBezTo>
                <a:lnTo>
                  <a:pt x="106168" y="192577"/>
                </a:lnTo>
                <a:cubicBezTo>
                  <a:pt x="100506" y="195199"/>
                  <a:pt x="93971" y="195199"/>
                  <a:pt x="88309" y="192577"/>
                </a:cubicBezTo>
                <a:lnTo>
                  <a:pt x="5282" y="154199"/>
                </a:lnTo>
                <a:cubicBezTo>
                  <a:pt x="2052" y="152679"/>
                  <a:pt x="0" y="149449"/>
                  <a:pt x="0" y="145915"/>
                </a:cubicBezTo>
                <a:cubicBezTo>
                  <a:pt x="0" y="142381"/>
                  <a:pt x="2052" y="139113"/>
                  <a:pt x="5282" y="13763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7447" y="2277894"/>
            <a:ext cx="1139757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6957" y="2669702"/>
            <a:ext cx="11540787" cy="3207426"/>
          </a:xfrm>
          <a:custGeom>
            <a:avLst/>
            <a:gdLst/>
            <a:ahLst/>
            <a:cxnLst/>
            <a:rect l="l" t="t" r="r" b="b"/>
            <a:pathLst>
              <a:path w="11540787" h="3207426">
                <a:moveTo>
                  <a:pt x="97281" y="0"/>
                </a:moveTo>
                <a:lnTo>
                  <a:pt x="11443506" y="0"/>
                </a:lnTo>
                <a:cubicBezTo>
                  <a:pt x="11497233" y="0"/>
                  <a:pt x="11540787" y="43554"/>
                  <a:pt x="11540787" y="97281"/>
                </a:cubicBezTo>
                <a:lnTo>
                  <a:pt x="11540787" y="3110144"/>
                </a:lnTo>
                <a:cubicBezTo>
                  <a:pt x="11540787" y="3163871"/>
                  <a:pt x="11497233" y="3207426"/>
                  <a:pt x="11443506" y="3207426"/>
                </a:cubicBezTo>
                <a:lnTo>
                  <a:pt x="97281" y="3207426"/>
                </a:lnTo>
                <a:cubicBezTo>
                  <a:pt x="43554" y="3207426"/>
                  <a:pt x="0" y="3163871"/>
                  <a:pt x="0" y="3110144"/>
                </a:cubicBezTo>
                <a:lnTo>
                  <a:pt x="0" y="97281"/>
                </a:lnTo>
                <a:cubicBezTo>
                  <a:pt x="0" y="43590"/>
                  <a:pt x="43590" y="0"/>
                  <a:pt x="97281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660" y="2672405"/>
          <a:ext cx="11535383" cy="3202024"/>
        </p:xfrm>
        <a:graphic>
          <a:graphicData uri="http://schemas.openxmlformats.org/drawingml/2006/table">
            <a:tbl>
              <a:tblPr/>
              <a:tblGrid>
                <a:gridCol w="384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0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432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Technology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Node.js, Express 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D94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MongoDB (Cloud/Atlas)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Frontend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HTML5, CSS3, JavaScript (SPA-style)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Mobile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Capacitor (Android App)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D94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 Handling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 Import/Export (xlsx), Image Upload (Multer)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432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RESTful API Architecture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702" marR="129702" marT="129702" marB="12970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40468" y="610951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1234" y="6077086"/>
            <a:ext cx="114300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API Endpoints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32989" y="610951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43755" y="6077086"/>
            <a:ext cx="125648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Database Models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37143" y="610951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47909" y="6077086"/>
            <a:ext cx="128891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Frontend Modules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777352" y="610951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988118" y="6077086"/>
            <a:ext cx="94844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Admin Pages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472417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81502" y="617776"/>
            <a:ext cx="272548" cy="218039"/>
          </a:xfrm>
          <a:custGeom>
            <a:avLst/>
            <a:gdLst/>
            <a:ahLst/>
            <a:cxnLst/>
            <a:rect l="l" t="t" r="r" b="b"/>
            <a:pathLst>
              <a:path w="272548" h="218039">
                <a:moveTo>
                  <a:pt x="136274" y="6814"/>
                </a:moveTo>
                <a:cubicBezTo>
                  <a:pt x="160718" y="6814"/>
                  <a:pt x="180563" y="26659"/>
                  <a:pt x="180563" y="51103"/>
                </a:cubicBezTo>
                <a:cubicBezTo>
                  <a:pt x="180563" y="75547"/>
                  <a:pt x="160718" y="95392"/>
                  <a:pt x="136274" y="95392"/>
                </a:cubicBezTo>
                <a:cubicBezTo>
                  <a:pt x="111830" y="95392"/>
                  <a:pt x="91985" y="75547"/>
                  <a:pt x="91985" y="51103"/>
                </a:cubicBezTo>
                <a:cubicBezTo>
                  <a:pt x="91985" y="26659"/>
                  <a:pt x="111830" y="6814"/>
                  <a:pt x="136274" y="6814"/>
                </a:cubicBezTo>
                <a:close/>
                <a:moveTo>
                  <a:pt x="40882" y="37475"/>
                </a:moveTo>
                <a:cubicBezTo>
                  <a:pt x="57805" y="37475"/>
                  <a:pt x="71544" y="51214"/>
                  <a:pt x="71544" y="68137"/>
                </a:cubicBezTo>
                <a:cubicBezTo>
                  <a:pt x="71544" y="85060"/>
                  <a:pt x="57805" y="98799"/>
                  <a:pt x="40882" y="98799"/>
                </a:cubicBezTo>
                <a:cubicBezTo>
                  <a:pt x="23960" y="98799"/>
                  <a:pt x="10221" y="85060"/>
                  <a:pt x="10221" y="68137"/>
                </a:cubicBezTo>
                <a:cubicBezTo>
                  <a:pt x="10221" y="51214"/>
                  <a:pt x="23960" y="37475"/>
                  <a:pt x="40882" y="37475"/>
                </a:cubicBezTo>
                <a:close/>
                <a:moveTo>
                  <a:pt x="0" y="177156"/>
                </a:moveTo>
                <a:cubicBezTo>
                  <a:pt x="0" y="147048"/>
                  <a:pt x="24402" y="122647"/>
                  <a:pt x="54510" y="122647"/>
                </a:cubicBezTo>
                <a:cubicBezTo>
                  <a:pt x="59961" y="122647"/>
                  <a:pt x="65241" y="123456"/>
                  <a:pt x="70224" y="124946"/>
                </a:cubicBezTo>
                <a:cubicBezTo>
                  <a:pt x="56213" y="140618"/>
                  <a:pt x="47696" y="161315"/>
                  <a:pt x="47696" y="183970"/>
                </a:cubicBezTo>
                <a:lnTo>
                  <a:pt x="47696" y="190784"/>
                </a:lnTo>
                <a:cubicBezTo>
                  <a:pt x="47696" y="195639"/>
                  <a:pt x="48718" y="200238"/>
                  <a:pt x="50549" y="204411"/>
                </a:cubicBezTo>
                <a:lnTo>
                  <a:pt x="13627" y="204411"/>
                </a:lnTo>
                <a:cubicBezTo>
                  <a:pt x="6090" y="204411"/>
                  <a:pt x="0" y="198322"/>
                  <a:pt x="0" y="190784"/>
                </a:cubicBezTo>
                <a:lnTo>
                  <a:pt x="0" y="177156"/>
                </a:lnTo>
                <a:close/>
                <a:moveTo>
                  <a:pt x="221999" y="204411"/>
                </a:moveTo>
                <a:cubicBezTo>
                  <a:pt x="223830" y="200238"/>
                  <a:pt x="224852" y="195639"/>
                  <a:pt x="224852" y="190784"/>
                </a:cubicBezTo>
                <a:lnTo>
                  <a:pt x="224852" y="183970"/>
                </a:lnTo>
                <a:cubicBezTo>
                  <a:pt x="224852" y="161315"/>
                  <a:pt x="216335" y="140618"/>
                  <a:pt x="202325" y="124946"/>
                </a:cubicBezTo>
                <a:cubicBezTo>
                  <a:pt x="207307" y="123456"/>
                  <a:pt x="212588" y="122647"/>
                  <a:pt x="218039" y="122647"/>
                </a:cubicBezTo>
                <a:cubicBezTo>
                  <a:pt x="248147" y="122647"/>
                  <a:pt x="272548" y="147048"/>
                  <a:pt x="272548" y="177156"/>
                </a:cubicBezTo>
                <a:lnTo>
                  <a:pt x="272548" y="190784"/>
                </a:lnTo>
                <a:cubicBezTo>
                  <a:pt x="272548" y="198322"/>
                  <a:pt x="266459" y="204411"/>
                  <a:pt x="258921" y="204411"/>
                </a:cubicBezTo>
                <a:lnTo>
                  <a:pt x="221999" y="204411"/>
                </a:lnTo>
                <a:close/>
                <a:moveTo>
                  <a:pt x="201004" y="68137"/>
                </a:moveTo>
                <a:cubicBezTo>
                  <a:pt x="201004" y="51214"/>
                  <a:pt x="214744" y="37475"/>
                  <a:pt x="231666" y="37475"/>
                </a:cubicBezTo>
                <a:cubicBezTo>
                  <a:pt x="248589" y="37475"/>
                  <a:pt x="262328" y="51214"/>
                  <a:pt x="262328" y="68137"/>
                </a:cubicBezTo>
                <a:cubicBezTo>
                  <a:pt x="262328" y="85060"/>
                  <a:pt x="248589" y="98799"/>
                  <a:pt x="231666" y="98799"/>
                </a:cubicBezTo>
                <a:cubicBezTo>
                  <a:pt x="214744" y="98799"/>
                  <a:pt x="201004" y="85060"/>
                  <a:pt x="201004" y="68137"/>
                </a:cubicBezTo>
                <a:close/>
                <a:moveTo>
                  <a:pt x="68137" y="183970"/>
                </a:moveTo>
                <a:cubicBezTo>
                  <a:pt x="68137" y="146324"/>
                  <a:pt x="98628" y="115833"/>
                  <a:pt x="136274" y="115833"/>
                </a:cubicBezTo>
                <a:cubicBezTo>
                  <a:pt x="173920" y="115833"/>
                  <a:pt x="204411" y="146324"/>
                  <a:pt x="204411" y="183970"/>
                </a:cubicBezTo>
                <a:lnTo>
                  <a:pt x="204411" y="190784"/>
                </a:lnTo>
                <a:cubicBezTo>
                  <a:pt x="204411" y="198322"/>
                  <a:pt x="198322" y="204411"/>
                  <a:pt x="190784" y="204411"/>
                </a:cubicBezTo>
                <a:lnTo>
                  <a:pt x="81765" y="204411"/>
                </a:lnTo>
                <a:cubicBezTo>
                  <a:pt x="74227" y="204411"/>
                  <a:pt x="68137" y="198322"/>
                  <a:pt x="68137" y="190784"/>
                </a:cubicBezTo>
                <a:lnTo>
                  <a:pt x="68137" y="1839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7514" y="363398"/>
            <a:ext cx="6713776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Employee Management Module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7514" y="835815"/>
            <a:ext cx="657750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employee lifecycle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6426" y="1165902"/>
            <a:ext cx="5656894" cy="4439511"/>
          </a:xfrm>
          <a:custGeom>
            <a:avLst/>
            <a:gdLst/>
            <a:ahLst/>
            <a:cxnLst/>
            <a:rect l="l" t="t" r="r" b="b"/>
            <a:pathLst>
              <a:path w="5656894" h="4439511">
                <a:moveTo>
                  <a:pt x="109034" y="0"/>
                </a:moveTo>
                <a:lnTo>
                  <a:pt x="5547860" y="0"/>
                </a:lnTo>
                <a:cubicBezTo>
                  <a:pt x="5608078" y="0"/>
                  <a:pt x="5656894" y="48816"/>
                  <a:pt x="5656894" y="109034"/>
                </a:cubicBezTo>
                <a:lnTo>
                  <a:pt x="5656894" y="4330477"/>
                </a:lnTo>
                <a:cubicBezTo>
                  <a:pt x="5656894" y="4390695"/>
                  <a:pt x="5608078" y="4439511"/>
                  <a:pt x="5547860" y="4439511"/>
                </a:cubicBezTo>
                <a:lnTo>
                  <a:pt x="109034" y="4439511"/>
                </a:lnTo>
                <a:cubicBezTo>
                  <a:pt x="48816" y="4439511"/>
                  <a:pt x="0" y="4390695"/>
                  <a:pt x="0" y="4330477"/>
                </a:cubicBezTo>
                <a:lnTo>
                  <a:pt x="0" y="109034"/>
                </a:lnTo>
                <a:cubicBezTo>
                  <a:pt x="0" y="48857"/>
                  <a:pt x="48857" y="0"/>
                  <a:pt x="109034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9830" y="1314290"/>
            <a:ext cx="204411" cy="181699"/>
          </a:xfrm>
          <a:custGeom>
            <a:avLst/>
            <a:gdLst/>
            <a:ahLst/>
            <a:cxnLst/>
            <a:rect l="l" t="t" r="r" b="b"/>
            <a:pathLst>
              <a:path w="204411" h="181699">
                <a:moveTo>
                  <a:pt x="109836" y="-6707"/>
                </a:moveTo>
                <a:cubicBezTo>
                  <a:pt x="108381" y="-9546"/>
                  <a:pt x="105435" y="-11356"/>
                  <a:pt x="102241" y="-11356"/>
                </a:cubicBezTo>
                <a:cubicBezTo>
                  <a:pt x="99047" y="-11356"/>
                  <a:pt x="96102" y="-9546"/>
                  <a:pt x="94647" y="-6707"/>
                </a:cubicBezTo>
                <a:lnTo>
                  <a:pt x="68527" y="44467"/>
                </a:lnTo>
                <a:lnTo>
                  <a:pt x="11782" y="53481"/>
                </a:lnTo>
                <a:cubicBezTo>
                  <a:pt x="8624" y="53977"/>
                  <a:pt x="5997" y="56213"/>
                  <a:pt x="5004" y="59265"/>
                </a:cubicBezTo>
                <a:cubicBezTo>
                  <a:pt x="4010" y="62317"/>
                  <a:pt x="4826" y="65653"/>
                  <a:pt x="7062" y="67924"/>
                </a:cubicBezTo>
                <a:lnTo>
                  <a:pt x="47660" y="108558"/>
                </a:lnTo>
                <a:lnTo>
                  <a:pt x="38717" y="165303"/>
                </a:lnTo>
                <a:cubicBezTo>
                  <a:pt x="38221" y="168462"/>
                  <a:pt x="39534" y="171656"/>
                  <a:pt x="42124" y="173537"/>
                </a:cubicBezTo>
                <a:cubicBezTo>
                  <a:pt x="44715" y="175418"/>
                  <a:pt x="48122" y="175701"/>
                  <a:pt x="50996" y="174246"/>
                </a:cubicBezTo>
                <a:lnTo>
                  <a:pt x="102241" y="148198"/>
                </a:lnTo>
                <a:lnTo>
                  <a:pt x="153450" y="174246"/>
                </a:lnTo>
                <a:cubicBezTo>
                  <a:pt x="156289" y="175701"/>
                  <a:pt x="159732" y="175418"/>
                  <a:pt x="162322" y="173537"/>
                </a:cubicBezTo>
                <a:cubicBezTo>
                  <a:pt x="164913" y="171656"/>
                  <a:pt x="166226" y="168497"/>
                  <a:pt x="165729" y="165303"/>
                </a:cubicBezTo>
                <a:lnTo>
                  <a:pt x="156751" y="108558"/>
                </a:lnTo>
                <a:lnTo>
                  <a:pt x="197349" y="67924"/>
                </a:lnTo>
                <a:cubicBezTo>
                  <a:pt x="199620" y="65653"/>
                  <a:pt x="200401" y="62317"/>
                  <a:pt x="199408" y="59265"/>
                </a:cubicBezTo>
                <a:cubicBezTo>
                  <a:pt x="198414" y="56213"/>
                  <a:pt x="195823" y="53977"/>
                  <a:pt x="192629" y="53481"/>
                </a:cubicBezTo>
                <a:lnTo>
                  <a:pt x="135919" y="44467"/>
                </a:lnTo>
                <a:lnTo>
                  <a:pt x="109836" y="-670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5598" y="1277950"/>
            <a:ext cx="529652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6644" y="1677688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2853" y="1641348"/>
            <a:ext cx="5251100" cy="39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Employee Profiles: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 ID, name, designation, department, project, sub-center, personal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6644" y="2113765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2853" y="2077425"/>
            <a:ext cx="3961037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Types: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Regular, Casual, Contractual, Temporary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6644" y="234997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2853" y="2313634"/>
            <a:ext cx="5214760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Lifecycle: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 → Salary Held → Resigned/Terminated → File Closed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644" y="2586183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853" y="2549843"/>
            <a:ext cx="5251100" cy="39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Management: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inter-project/sub-center transfers with complete history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6644" y="3022260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2853" y="2985920"/>
            <a:ext cx="5251100" cy="39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Workflow: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Resignation and termination recording with date and remarks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6644" y="3458338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2853" y="3421998"/>
            <a:ext cx="4433455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Upload: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 hundreds of employees via Excel spreadsheet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6644" y="3694546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2853" y="3658206"/>
            <a:ext cx="5232930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Search:</a:t>
            </a:r>
            <a:r>
              <a:rPr lang="en-US" sz="114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 by name, status, designation, type, project, sub-center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654" y="1165902"/>
            <a:ext cx="5656894" cy="4439511"/>
          </a:xfrm>
          <a:custGeom>
            <a:avLst/>
            <a:gdLst/>
            <a:ahLst/>
            <a:cxnLst/>
            <a:rect l="l" t="t" r="r" b="b"/>
            <a:pathLst>
              <a:path w="5656894" h="4439511">
                <a:moveTo>
                  <a:pt x="109034" y="0"/>
                </a:moveTo>
                <a:lnTo>
                  <a:pt x="5547860" y="0"/>
                </a:lnTo>
                <a:cubicBezTo>
                  <a:pt x="5608078" y="0"/>
                  <a:pt x="5656894" y="48816"/>
                  <a:pt x="5656894" y="109034"/>
                </a:cubicBezTo>
                <a:lnTo>
                  <a:pt x="5656894" y="4330477"/>
                </a:lnTo>
                <a:cubicBezTo>
                  <a:pt x="5656894" y="4390695"/>
                  <a:pt x="5608078" y="4439511"/>
                  <a:pt x="5547860" y="4439511"/>
                </a:cubicBezTo>
                <a:lnTo>
                  <a:pt x="109034" y="4439511"/>
                </a:lnTo>
                <a:cubicBezTo>
                  <a:pt x="48816" y="4439511"/>
                  <a:pt x="0" y="4390695"/>
                  <a:pt x="0" y="4330477"/>
                </a:cubicBezTo>
                <a:lnTo>
                  <a:pt x="0" y="109034"/>
                </a:lnTo>
                <a:cubicBezTo>
                  <a:pt x="0" y="48857"/>
                  <a:pt x="48857" y="0"/>
                  <a:pt x="109034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18771" y="1314290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158987" y="73034"/>
                </a:moveTo>
                <a:cubicBezTo>
                  <a:pt x="153734" y="76512"/>
                  <a:pt x="147701" y="79316"/>
                  <a:pt x="141420" y="81552"/>
                </a:cubicBezTo>
                <a:cubicBezTo>
                  <a:pt x="124741" y="87514"/>
                  <a:pt x="102844" y="90849"/>
                  <a:pt x="79493" y="90849"/>
                </a:cubicBezTo>
                <a:cubicBezTo>
                  <a:pt x="56142" y="90849"/>
                  <a:pt x="34211" y="87478"/>
                  <a:pt x="17567" y="81552"/>
                </a:cubicBezTo>
                <a:cubicBezTo>
                  <a:pt x="11321" y="79316"/>
                  <a:pt x="5252" y="76512"/>
                  <a:pt x="0" y="73034"/>
                </a:cubicBezTo>
                <a:lnTo>
                  <a:pt x="0" y="102206"/>
                </a:lnTo>
                <a:cubicBezTo>
                  <a:pt x="0" y="117891"/>
                  <a:pt x="35595" y="130596"/>
                  <a:pt x="79493" y="130596"/>
                </a:cubicBezTo>
                <a:cubicBezTo>
                  <a:pt x="123392" y="130596"/>
                  <a:pt x="158987" y="117891"/>
                  <a:pt x="158987" y="102206"/>
                </a:cubicBezTo>
                <a:lnTo>
                  <a:pt x="158987" y="73034"/>
                </a:lnTo>
                <a:close/>
                <a:moveTo>
                  <a:pt x="158987" y="45425"/>
                </a:moveTo>
                <a:lnTo>
                  <a:pt x="158987" y="28390"/>
                </a:lnTo>
                <a:cubicBezTo>
                  <a:pt x="158987" y="12705"/>
                  <a:pt x="123392" y="0"/>
                  <a:pt x="79493" y="0"/>
                </a:cubicBezTo>
                <a:cubicBezTo>
                  <a:pt x="35595" y="0"/>
                  <a:pt x="0" y="12705"/>
                  <a:pt x="0" y="28390"/>
                </a:cubicBezTo>
                <a:lnTo>
                  <a:pt x="0" y="45425"/>
                </a:lnTo>
                <a:cubicBezTo>
                  <a:pt x="0" y="61110"/>
                  <a:pt x="35595" y="73815"/>
                  <a:pt x="79493" y="73815"/>
                </a:cubicBezTo>
                <a:cubicBezTo>
                  <a:pt x="123392" y="73815"/>
                  <a:pt x="158987" y="61110"/>
                  <a:pt x="158987" y="45425"/>
                </a:cubicBezTo>
                <a:close/>
                <a:moveTo>
                  <a:pt x="141420" y="138333"/>
                </a:moveTo>
                <a:cubicBezTo>
                  <a:pt x="124776" y="144259"/>
                  <a:pt x="102880" y="147630"/>
                  <a:pt x="79493" y="147630"/>
                </a:cubicBezTo>
                <a:cubicBezTo>
                  <a:pt x="56107" y="147630"/>
                  <a:pt x="34211" y="144259"/>
                  <a:pt x="17567" y="138333"/>
                </a:cubicBezTo>
                <a:cubicBezTo>
                  <a:pt x="11321" y="136097"/>
                  <a:pt x="5252" y="133293"/>
                  <a:pt x="0" y="129815"/>
                </a:cubicBezTo>
                <a:lnTo>
                  <a:pt x="0" y="153308"/>
                </a:lnTo>
                <a:cubicBezTo>
                  <a:pt x="0" y="168994"/>
                  <a:pt x="35595" y="181699"/>
                  <a:pt x="79493" y="181699"/>
                </a:cubicBezTo>
                <a:cubicBezTo>
                  <a:pt x="123392" y="181699"/>
                  <a:pt x="158987" y="168994"/>
                  <a:pt x="158987" y="153308"/>
                </a:cubicBezTo>
                <a:lnTo>
                  <a:pt x="158987" y="129815"/>
                </a:lnTo>
                <a:cubicBezTo>
                  <a:pt x="153734" y="133293"/>
                  <a:pt x="147701" y="136097"/>
                  <a:pt x="141420" y="138333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1826" y="1277950"/>
            <a:ext cx="529652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Data Captured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84702" y="1641348"/>
            <a:ext cx="5432799" cy="672286"/>
          </a:xfrm>
          <a:custGeom>
            <a:avLst/>
            <a:gdLst/>
            <a:ahLst/>
            <a:cxnLst/>
            <a:rect l="l" t="t" r="r" b="b"/>
            <a:pathLst>
              <a:path w="5432799" h="672286">
                <a:moveTo>
                  <a:pt x="72681" y="0"/>
                </a:moveTo>
                <a:lnTo>
                  <a:pt x="5360118" y="0"/>
                </a:lnTo>
                <a:cubicBezTo>
                  <a:pt x="5400258" y="0"/>
                  <a:pt x="5432799" y="32540"/>
                  <a:pt x="5432799" y="72681"/>
                </a:cubicBezTo>
                <a:lnTo>
                  <a:pt x="5432799" y="599605"/>
                </a:lnTo>
                <a:cubicBezTo>
                  <a:pt x="5432799" y="639746"/>
                  <a:pt x="5400258" y="672286"/>
                  <a:pt x="5360118" y="672286"/>
                </a:cubicBezTo>
                <a:lnTo>
                  <a:pt x="72681" y="672286"/>
                </a:lnTo>
                <a:cubicBezTo>
                  <a:pt x="32540" y="672286"/>
                  <a:pt x="0" y="639746"/>
                  <a:pt x="0" y="59960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57382" y="1714028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39146" y="1786707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63595" y="70408"/>
                </a:moveTo>
                <a:cubicBezTo>
                  <a:pt x="82398" y="70408"/>
                  <a:pt x="97663" y="55143"/>
                  <a:pt x="97663" y="36340"/>
                </a:cubicBezTo>
                <a:cubicBezTo>
                  <a:pt x="97663" y="17537"/>
                  <a:pt x="82398" y="2271"/>
                  <a:pt x="63595" y="2271"/>
                </a:cubicBezTo>
                <a:cubicBezTo>
                  <a:pt x="44792" y="2271"/>
                  <a:pt x="29526" y="17537"/>
                  <a:pt x="29526" y="36340"/>
                </a:cubicBezTo>
                <a:cubicBezTo>
                  <a:pt x="29526" y="55143"/>
                  <a:pt x="44792" y="70408"/>
                  <a:pt x="63595" y="70408"/>
                </a:cubicBezTo>
                <a:close/>
                <a:moveTo>
                  <a:pt x="55163" y="86307"/>
                </a:moveTo>
                <a:cubicBezTo>
                  <a:pt x="27198" y="86307"/>
                  <a:pt x="4542" y="108963"/>
                  <a:pt x="4542" y="136927"/>
                </a:cubicBezTo>
                <a:cubicBezTo>
                  <a:pt x="4542" y="141583"/>
                  <a:pt x="8318" y="145359"/>
                  <a:pt x="12974" y="145359"/>
                </a:cubicBezTo>
                <a:lnTo>
                  <a:pt x="114215" y="145359"/>
                </a:lnTo>
                <a:cubicBezTo>
                  <a:pt x="118871" y="145359"/>
                  <a:pt x="122647" y="141583"/>
                  <a:pt x="122647" y="136927"/>
                </a:cubicBezTo>
                <a:cubicBezTo>
                  <a:pt x="122647" y="108963"/>
                  <a:pt x="99991" y="86307"/>
                  <a:pt x="72027" y="86307"/>
                </a:cubicBezTo>
                <a:lnTo>
                  <a:pt x="55163" y="8630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0780" y="1732197"/>
            <a:ext cx="111744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Info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7382" y="2041086"/>
            <a:ext cx="5360119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Father's Name, DOB, Gender, Address, NID, Phone, Email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4702" y="2386314"/>
            <a:ext cx="5432799" cy="672286"/>
          </a:xfrm>
          <a:custGeom>
            <a:avLst/>
            <a:gdLst/>
            <a:ahLst/>
            <a:cxnLst/>
            <a:rect l="l" t="t" r="r" b="b"/>
            <a:pathLst>
              <a:path w="5432799" h="672286">
                <a:moveTo>
                  <a:pt x="72681" y="0"/>
                </a:moveTo>
                <a:lnTo>
                  <a:pt x="5360118" y="0"/>
                </a:lnTo>
                <a:cubicBezTo>
                  <a:pt x="5400258" y="0"/>
                  <a:pt x="5432799" y="32540"/>
                  <a:pt x="5432799" y="72681"/>
                </a:cubicBezTo>
                <a:lnTo>
                  <a:pt x="5432799" y="599605"/>
                </a:lnTo>
                <a:cubicBezTo>
                  <a:pt x="5432799" y="639746"/>
                  <a:pt x="5400258" y="672286"/>
                  <a:pt x="5360118" y="672286"/>
                </a:cubicBezTo>
                <a:lnTo>
                  <a:pt x="72681" y="672286"/>
                </a:lnTo>
                <a:cubicBezTo>
                  <a:pt x="32540" y="672286"/>
                  <a:pt x="0" y="639746"/>
                  <a:pt x="0" y="59960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7382" y="2458993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30061" y="2531673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56781" y="13627"/>
                </a:moveTo>
                <a:lnTo>
                  <a:pt x="88578" y="13627"/>
                </a:lnTo>
                <a:cubicBezTo>
                  <a:pt x="89827" y="13627"/>
                  <a:pt x="90849" y="14649"/>
                  <a:pt x="90849" y="15899"/>
                </a:cubicBezTo>
                <a:lnTo>
                  <a:pt x="90849" y="27255"/>
                </a:lnTo>
                <a:lnTo>
                  <a:pt x="54510" y="27255"/>
                </a:lnTo>
                <a:lnTo>
                  <a:pt x="54510" y="15899"/>
                </a:lnTo>
                <a:cubicBezTo>
                  <a:pt x="54510" y="14649"/>
                  <a:pt x="55532" y="13627"/>
                  <a:pt x="56781" y="13627"/>
                </a:cubicBezTo>
                <a:close/>
                <a:moveTo>
                  <a:pt x="40882" y="15899"/>
                </a:moveTo>
                <a:lnTo>
                  <a:pt x="40882" y="27255"/>
                </a:lnTo>
                <a:lnTo>
                  <a:pt x="18170" y="27255"/>
                </a:lnTo>
                <a:cubicBezTo>
                  <a:pt x="8148" y="27255"/>
                  <a:pt x="0" y="35403"/>
                  <a:pt x="0" y="45425"/>
                </a:cubicBezTo>
                <a:lnTo>
                  <a:pt x="0" y="72680"/>
                </a:lnTo>
                <a:lnTo>
                  <a:pt x="145359" y="72680"/>
                </a:lnTo>
                <a:lnTo>
                  <a:pt x="145359" y="45425"/>
                </a:lnTo>
                <a:cubicBezTo>
                  <a:pt x="145359" y="35403"/>
                  <a:pt x="137211" y="27255"/>
                  <a:pt x="127189" y="27255"/>
                </a:cubicBezTo>
                <a:lnTo>
                  <a:pt x="104477" y="27255"/>
                </a:lnTo>
                <a:lnTo>
                  <a:pt x="104477" y="15899"/>
                </a:lnTo>
                <a:cubicBezTo>
                  <a:pt x="104477" y="7126"/>
                  <a:pt x="97351" y="0"/>
                  <a:pt x="88578" y="0"/>
                </a:cubicBezTo>
                <a:lnTo>
                  <a:pt x="56781" y="0"/>
                </a:lnTo>
                <a:cubicBezTo>
                  <a:pt x="48008" y="0"/>
                  <a:pt x="40882" y="7126"/>
                  <a:pt x="40882" y="15899"/>
                </a:cubicBezTo>
                <a:close/>
                <a:moveTo>
                  <a:pt x="145359" y="86307"/>
                </a:moveTo>
                <a:lnTo>
                  <a:pt x="90849" y="86307"/>
                </a:lnTo>
                <a:lnTo>
                  <a:pt x="90849" y="90849"/>
                </a:lnTo>
                <a:cubicBezTo>
                  <a:pt x="90849" y="95875"/>
                  <a:pt x="86790" y="99934"/>
                  <a:pt x="81765" y="99934"/>
                </a:cubicBezTo>
                <a:lnTo>
                  <a:pt x="63595" y="99934"/>
                </a:lnTo>
                <a:cubicBezTo>
                  <a:pt x="58570" y="99934"/>
                  <a:pt x="54510" y="95875"/>
                  <a:pt x="54510" y="90849"/>
                </a:cubicBezTo>
                <a:lnTo>
                  <a:pt x="54510" y="86307"/>
                </a:lnTo>
                <a:lnTo>
                  <a:pt x="0" y="86307"/>
                </a:lnTo>
                <a:lnTo>
                  <a:pt x="0" y="118104"/>
                </a:lnTo>
                <a:cubicBezTo>
                  <a:pt x="0" y="128126"/>
                  <a:pt x="8148" y="136274"/>
                  <a:pt x="18170" y="136274"/>
                </a:cubicBezTo>
                <a:lnTo>
                  <a:pt x="127189" y="136274"/>
                </a:lnTo>
                <a:cubicBezTo>
                  <a:pt x="137211" y="136274"/>
                  <a:pt x="145359" y="128126"/>
                  <a:pt x="145359" y="118104"/>
                </a:cubicBezTo>
                <a:lnTo>
                  <a:pt x="145359" y="86307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780" y="2477163"/>
            <a:ext cx="1408167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Employment Info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7382" y="2786051"/>
            <a:ext cx="5360119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ID, Type, Designation, Joining Date, Project, Office, Sub-Center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84702" y="3131279"/>
            <a:ext cx="5432799" cy="872155"/>
          </a:xfrm>
          <a:custGeom>
            <a:avLst/>
            <a:gdLst/>
            <a:ahLst/>
            <a:cxnLst/>
            <a:rect l="l" t="t" r="r" b="b"/>
            <a:pathLst>
              <a:path w="5432799" h="872155">
                <a:moveTo>
                  <a:pt x="72677" y="0"/>
                </a:moveTo>
                <a:lnTo>
                  <a:pt x="5360122" y="0"/>
                </a:lnTo>
                <a:cubicBezTo>
                  <a:pt x="5400260" y="0"/>
                  <a:pt x="5432799" y="32538"/>
                  <a:pt x="5432799" y="72677"/>
                </a:cubicBezTo>
                <a:lnTo>
                  <a:pt x="5432799" y="799478"/>
                </a:lnTo>
                <a:cubicBezTo>
                  <a:pt x="5432799" y="839617"/>
                  <a:pt x="5400260" y="872155"/>
                  <a:pt x="5360122" y="872155"/>
                </a:cubicBezTo>
                <a:lnTo>
                  <a:pt x="72677" y="872155"/>
                </a:lnTo>
                <a:cubicBezTo>
                  <a:pt x="32538" y="872155"/>
                  <a:pt x="0" y="839617"/>
                  <a:pt x="0" y="799478"/>
                </a:cubicBezTo>
                <a:lnTo>
                  <a:pt x="0" y="72677"/>
                </a:lnTo>
                <a:cubicBezTo>
                  <a:pt x="0" y="32565"/>
                  <a:pt x="32565" y="0"/>
                  <a:pt x="72677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57382" y="3203959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30061" y="3276639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0" y="119126"/>
                </a:moveTo>
                <a:lnTo>
                  <a:pt x="0" y="31088"/>
                </a:lnTo>
                <a:cubicBezTo>
                  <a:pt x="0" y="24501"/>
                  <a:pt x="6842" y="20129"/>
                  <a:pt x="13145" y="22003"/>
                </a:cubicBezTo>
                <a:cubicBezTo>
                  <a:pt x="38043" y="29441"/>
                  <a:pt x="55645" y="23564"/>
                  <a:pt x="73361" y="17659"/>
                </a:cubicBezTo>
                <a:cubicBezTo>
                  <a:pt x="91673" y="11555"/>
                  <a:pt x="110098" y="5423"/>
                  <a:pt x="136757" y="13940"/>
                </a:cubicBezTo>
                <a:cubicBezTo>
                  <a:pt x="142009" y="15615"/>
                  <a:pt x="145359" y="20697"/>
                  <a:pt x="145359" y="26233"/>
                </a:cubicBezTo>
                <a:lnTo>
                  <a:pt x="145359" y="114272"/>
                </a:lnTo>
                <a:cubicBezTo>
                  <a:pt x="145359" y="120858"/>
                  <a:pt x="138517" y="125230"/>
                  <a:pt x="132243" y="123357"/>
                </a:cubicBezTo>
                <a:cubicBezTo>
                  <a:pt x="107344" y="115918"/>
                  <a:pt x="89714" y="121795"/>
                  <a:pt x="72027" y="127700"/>
                </a:cubicBezTo>
                <a:cubicBezTo>
                  <a:pt x="53715" y="133804"/>
                  <a:pt x="35289" y="139937"/>
                  <a:pt x="8631" y="131419"/>
                </a:cubicBezTo>
                <a:cubicBezTo>
                  <a:pt x="3378" y="129744"/>
                  <a:pt x="28" y="124663"/>
                  <a:pt x="28" y="119126"/>
                </a:cubicBezTo>
                <a:close/>
                <a:moveTo>
                  <a:pt x="95392" y="72680"/>
                </a:moveTo>
                <a:cubicBezTo>
                  <a:pt x="95392" y="57633"/>
                  <a:pt x="85228" y="45425"/>
                  <a:pt x="72680" y="45425"/>
                </a:cubicBezTo>
                <a:cubicBezTo>
                  <a:pt x="60131" y="45425"/>
                  <a:pt x="49967" y="57633"/>
                  <a:pt x="49967" y="72680"/>
                </a:cubicBezTo>
                <a:cubicBezTo>
                  <a:pt x="49967" y="87727"/>
                  <a:pt x="60131" y="99934"/>
                  <a:pt x="72680" y="99934"/>
                </a:cubicBezTo>
                <a:cubicBezTo>
                  <a:pt x="85228" y="99934"/>
                  <a:pt x="95392" y="87727"/>
                  <a:pt x="95392" y="72680"/>
                </a:cubicBezTo>
                <a:close/>
                <a:moveTo>
                  <a:pt x="34069" y="117423"/>
                </a:moveTo>
                <a:cubicBezTo>
                  <a:pt x="35318" y="117423"/>
                  <a:pt x="36311" y="116344"/>
                  <a:pt x="36113" y="115123"/>
                </a:cubicBezTo>
                <a:cubicBezTo>
                  <a:pt x="34807" y="107231"/>
                  <a:pt x="28447" y="101070"/>
                  <a:pt x="20441" y="100076"/>
                </a:cubicBezTo>
                <a:cubicBezTo>
                  <a:pt x="19192" y="99934"/>
                  <a:pt x="18170" y="100956"/>
                  <a:pt x="18170" y="102206"/>
                </a:cubicBezTo>
                <a:lnTo>
                  <a:pt x="18170" y="113533"/>
                </a:lnTo>
                <a:cubicBezTo>
                  <a:pt x="18170" y="114556"/>
                  <a:pt x="18851" y="115464"/>
                  <a:pt x="19873" y="115720"/>
                </a:cubicBezTo>
                <a:cubicBezTo>
                  <a:pt x="24955" y="116912"/>
                  <a:pt x="29611" y="117451"/>
                  <a:pt x="34069" y="117451"/>
                </a:cubicBezTo>
                <a:close/>
                <a:moveTo>
                  <a:pt x="124492" y="102915"/>
                </a:moveTo>
                <a:cubicBezTo>
                  <a:pt x="125912" y="103143"/>
                  <a:pt x="127189" y="102064"/>
                  <a:pt x="127189" y="100644"/>
                </a:cubicBezTo>
                <a:lnTo>
                  <a:pt x="127189" y="88550"/>
                </a:lnTo>
                <a:cubicBezTo>
                  <a:pt x="127189" y="87301"/>
                  <a:pt x="126167" y="86250"/>
                  <a:pt x="124918" y="86421"/>
                </a:cubicBezTo>
                <a:cubicBezTo>
                  <a:pt x="117764" y="87301"/>
                  <a:pt x="111887" y="92354"/>
                  <a:pt x="109814" y="99083"/>
                </a:cubicBezTo>
                <a:cubicBezTo>
                  <a:pt x="109417" y="100417"/>
                  <a:pt x="110467" y="101666"/>
                  <a:pt x="111858" y="101695"/>
                </a:cubicBezTo>
                <a:cubicBezTo>
                  <a:pt x="115890" y="101808"/>
                  <a:pt x="120092" y="102177"/>
                  <a:pt x="124464" y="102915"/>
                </a:cubicBezTo>
                <a:close/>
                <a:moveTo>
                  <a:pt x="127189" y="43154"/>
                </a:moveTo>
                <a:lnTo>
                  <a:pt x="127189" y="31826"/>
                </a:lnTo>
                <a:cubicBezTo>
                  <a:pt x="127189" y="30804"/>
                  <a:pt x="126480" y="29895"/>
                  <a:pt x="125486" y="29640"/>
                </a:cubicBezTo>
                <a:cubicBezTo>
                  <a:pt x="120404" y="28447"/>
                  <a:pt x="115748" y="27908"/>
                  <a:pt x="111291" y="27908"/>
                </a:cubicBezTo>
                <a:cubicBezTo>
                  <a:pt x="110041" y="27908"/>
                  <a:pt x="109048" y="28987"/>
                  <a:pt x="109246" y="30207"/>
                </a:cubicBezTo>
                <a:cubicBezTo>
                  <a:pt x="110552" y="38100"/>
                  <a:pt x="116912" y="44261"/>
                  <a:pt x="124918" y="45254"/>
                </a:cubicBezTo>
                <a:cubicBezTo>
                  <a:pt x="126167" y="45396"/>
                  <a:pt x="127189" y="44374"/>
                  <a:pt x="127189" y="43125"/>
                </a:cubicBezTo>
                <a:close/>
                <a:moveTo>
                  <a:pt x="35545" y="46248"/>
                </a:moveTo>
                <a:cubicBezTo>
                  <a:pt x="35942" y="44914"/>
                  <a:pt x="34892" y="43665"/>
                  <a:pt x="33501" y="43636"/>
                </a:cubicBezTo>
                <a:cubicBezTo>
                  <a:pt x="29469" y="43523"/>
                  <a:pt x="25268" y="43154"/>
                  <a:pt x="20895" y="42415"/>
                </a:cubicBezTo>
                <a:cubicBezTo>
                  <a:pt x="19476" y="42188"/>
                  <a:pt x="18198" y="43267"/>
                  <a:pt x="18198" y="44687"/>
                </a:cubicBezTo>
                <a:lnTo>
                  <a:pt x="18170" y="56781"/>
                </a:lnTo>
                <a:cubicBezTo>
                  <a:pt x="18170" y="58030"/>
                  <a:pt x="19192" y="59081"/>
                  <a:pt x="20441" y="58910"/>
                </a:cubicBezTo>
                <a:cubicBezTo>
                  <a:pt x="27596" y="58030"/>
                  <a:pt x="33472" y="52977"/>
                  <a:pt x="35545" y="46248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780" y="3222129"/>
            <a:ext cx="134457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Structure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7382" y="3531017"/>
            <a:ext cx="5360119" cy="39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Salary, Basic, Food Allowance, Station Allowance, Hardship Allowance, Conveyance, Medical, Other Earnings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84702" y="4076114"/>
            <a:ext cx="5432799" cy="672286"/>
          </a:xfrm>
          <a:custGeom>
            <a:avLst/>
            <a:gdLst/>
            <a:ahLst/>
            <a:cxnLst/>
            <a:rect l="l" t="t" r="r" b="b"/>
            <a:pathLst>
              <a:path w="5432799" h="672286">
                <a:moveTo>
                  <a:pt x="72681" y="0"/>
                </a:moveTo>
                <a:lnTo>
                  <a:pt x="5360118" y="0"/>
                </a:lnTo>
                <a:cubicBezTo>
                  <a:pt x="5400258" y="0"/>
                  <a:pt x="5432799" y="32540"/>
                  <a:pt x="5432799" y="72681"/>
                </a:cubicBezTo>
                <a:lnTo>
                  <a:pt x="5432799" y="599605"/>
                </a:lnTo>
                <a:cubicBezTo>
                  <a:pt x="5432799" y="639746"/>
                  <a:pt x="5400258" y="672286"/>
                  <a:pt x="5360118" y="672286"/>
                </a:cubicBezTo>
                <a:lnTo>
                  <a:pt x="72681" y="672286"/>
                </a:lnTo>
                <a:cubicBezTo>
                  <a:pt x="32540" y="672286"/>
                  <a:pt x="0" y="639746"/>
                  <a:pt x="0" y="59960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57382" y="4148794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30061" y="4221473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47696" y="65866"/>
                </a:moveTo>
                <a:lnTo>
                  <a:pt x="97663" y="65866"/>
                </a:lnTo>
                <a:cubicBezTo>
                  <a:pt x="101439" y="65866"/>
                  <a:pt x="104477" y="68904"/>
                  <a:pt x="104477" y="72680"/>
                </a:cubicBezTo>
                <a:cubicBezTo>
                  <a:pt x="104477" y="76456"/>
                  <a:pt x="101439" y="79493"/>
                  <a:pt x="97663" y="79493"/>
                </a:cubicBezTo>
                <a:lnTo>
                  <a:pt x="47696" y="79493"/>
                </a:lnTo>
                <a:cubicBezTo>
                  <a:pt x="43920" y="79493"/>
                  <a:pt x="40882" y="76456"/>
                  <a:pt x="40882" y="72680"/>
                </a:cubicBezTo>
                <a:cubicBezTo>
                  <a:pt x="40882" y="68904"/>
                  <a:pt x="43920" y="65866"/>
                  <a:pt x="47696" y="6586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780" y="4166963"/>
            <a:ext cx="97208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Deductions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7382" y="4475852"/>
            <a:ext cx="5360119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Gratuity, CPF, Festival bonus, Loan Deduction, TDS, Other Deductions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84702" y="4821080"/>
            <a:ext cx="5432799" cy="672286"/>
          </a:xfrm>
          <a:custGeom>
            <a:avLst/>
            <a:gdLst/>
            <a:ahLst/>
            <a:cxnLst/>
            <a:rect l="l" t="t" r="r" b="b"/>
            <a:pathLst>
              <a:path w="5432799" h="672286">
                <a:moveTo>
                  <a:pt x="72681" y="0"/>
                </a:moveTo>
                <a:lnTo>
                  <a:pt x="5360118" y="0"/>
                </a:lnTo>
                <a:cubicBezTo>
                  <a:pt x="5400258" y="0"/>
                  <a:pt x="5432799" y="32540"/>
                  <a:pt x="5432799" y="72681"/>
                </a:cubicBezTo>
                <a:lnTo>
                  <a:pt x="5432799" y="599605"/>
                </a:lnTo>
                <a:cubicBezTo>
                  <a:pt x="5432799" y="639746"/>
                  <a:pt x="5400258" y="672286"/>
                  <a:pt x="5360118" y="672286"/>
                </a:cubicBezTo>
                <a:lnTo>
                  <a:pt x="72681" y="672286"/>
                </a:lnTo>
                <a:cubicBezTo>
                  <a:pt x="32540" y="672286"/>
                  <a:pt x="0" y="639746"/>
                  <a:pt x="0" y="599605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57382" y="4893759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39146" y="4966439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36340" y="0"/>
                </a:moveTo>
                <a:cubicBezTo>
                  <a:pt x="41365" y="0"/>
                  <a:pt x="45425" y="4060"/>
                  <a:pt x="45425" y="9085"/>
                </a:cubicBezTo>
                <a:lnTo>
                  <a:pt x="45425" y="18170"/>
                </a:lnTo>
                <a:lnTo>
                  <a:pt x="81765" y="18170"/>
                </a:lnTo>
                <a:lnTo>
                  <a:pt x="81765" y="9085"/>
                </a:lnTo>
                <a:cubicBezTo>
                  <a:pt x="81765" y="4060"/>
                  <a:pt x="85824" y="0"/>
                  <a:pt x="90849" y="0"/>
                </a:cubicBezTo>
                <a:cubicBezTo>
                  <a:pt x="95875" y="0"/>
                  <a:pt x="99934" y="4060"/>
                  <a:pt x="99934" y="9085"/>
                </a:cubicBezTo>
                <a:lnTo>
                  <a:pt x="99934" y="18170"/>
                </a:lnTo>
                <a:lnTo>
                  <a:pt x="109019" y="18170"/>
                </a:lnTo>
                <a:cubicBezTo>
                  <a:pt x="119041" y="18170"/>
                  <a:pt x="127189" y="26318"/>
                  <a:pt x="127189" y="36340"/>
                </a:cubicBezTo>
                <a:lnTo>
                  <a:pt x="127189" y="118104"/>
                </a:lnTo>
                <a:cubicBezTo>
                  <a:pt x="127189" y="128126"/>
                  <a:pt x="119041" y="136274"/>
                  <a:pt x="109019" y="136274"/>
                </a:cubicBezTo>
                <a:lnTo>
                  <a:pt x="18170" y="136274"/>
                </a:lnTo>
                <a:cubicBezTo>
                  <a:pt x="8148" y="136274"/>
                  <a:pt x="0" y="128126"/>
                  <a:pt x="0" y="118104"/>
                </a:cubicBezTo>
                <a:lnTo>
                  <a:pt x="0" y="36340"/>
                </a:lnTo>
                <a:cubicBezTo>
                  <a:pt x="0" y="26318"/>
                  <a:pt x="8148" y="18170"/>
                  <a:pt x="18170" y="18170"/>
                </a:cubicBezTo>
                <a:lnTo>
                  <a:pt x="27255" y="18170"/>
                </a:lnTo>
                <a:lnTo>
                  <a:pt x="27255" y="9085"/>
                </a:lnTo>
                <a:cubicBezTo>
                  <a:pt x="27255" y="4060"/>
                  <a:pt x="31315" y="0"/>
                  <a:pt x="36340" y="0"/>
                </a:cubicBezTo>
                <a:close/>
                <a:moveTo>
                  <a:pt x="87556" y="64929"/>
                </a:moveTo>
                <a:cubicBezTo>
                  <a:pt x="89544" y="61749"/>
                  <a:pt x="88578" y="57547"/>
                  <a:pt x="85399" y="55532"/>
                </a:cubicBezTo>
                <a:cubicBezTo>
                  <a:pt x="82219" y="53516"/>
                  <a:pt x="78017" y="54510"/>
                  <a:pt x="76001" y="57689"/>
                </a:cubicBezTo>
                <a:lnTo>
                  <a:pt x="58570" y="85597"/>
                </a:lnTo>
                <a:lnTo>
                  <a:pt x="50904" y="75377"/>
                </a:lnTo>
                <a:cubicBezTo>
                  <a:pt x="48633" y="72367"/>
                  <a:pt x="44374" y="71743"/>
                  <a:pt x="41365" y="74014"/>
                </a:cubicBezTo>
                <a:cubicBezTo>
                  <a:pt x="38356" y="76285"/>
                  <a:pt x="37731" y="80544"/>
                  <a:pt x="40002" y="83553"/>
                </a:cubicBezTo>
                <a:lnTo>
                  <a:pt x="53630" y="101723"/>
                </a:lnTo>
                <a:cubicBezTo>
                  <a:pt x="54964" y="103512"/>
                  <a:pt x="57122" y="104534"/>
                  <a:pt x="59364" y="104449"/>
                </a:cubicBezTo>
                <a:cubicBezTo>
                  <a:pt x="61607" y="104363"/>
                  <a:pt x="63651" y="103171"/>
                  <a:pt x="64844" y="101240"/>
                </a:cubicBezTo>
                <a:lnTo>
                  <a:pt x="87556" y="64901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20780" y="4911929"/>
            <a:ext cx="130823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Balances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7382" y="5220817"/>
            <a:ext cx="5360119" cy="19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Sick Leave (14 days), Casual Leave (10 days), Earned Leave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6426" y="5684151"/>
            <a:ext cx="2749711" cy="805532"/>
          </a:xfrm>
          <a:custGeom>
            <a:avLst/>
            <a:gdLst/>
            <a:ahLst/>
            <a:cxnLst/>
            <a:rect l="l" t="t" r="r" b="b"/>
            <a:pathLst>
              <a:path w="2749711" h="805532">
                <a:moveTo>
                  <a:pt x="109021" y="0"/>
                </a:moveTo>
                <a:lnTo>
                  <a:pt x="2640690" y="0"/>
                </a:lnTo>
                <a:cubicBezTo>
                  <a:pt x="2700901" y="0"/>
                  <a:pt x="2749711" y="48810"/>
                  <a:pt x="2749711" y="109021"/>
                </a:cubicBezTo>
                <a:lnTo>
                  <a:pt x="2749711" y="696511"/>
                </a:lnTo>
                <a:cubicBezTo>
                  <a:pt x="2749711" y="756722"/>
                  <a:pt x="2700901" y="805532"/>
                  <a:pt x="2640690" y="805532"/>
                </a:cubicBezTo>
                <a:lnTo>
                  <a:pt x="109021" y="805532"/>
                </a:lnTo>
                <a:cubicBezTo>
                  <a:pt x="48810" y="805532"/>
                  <a:pt x="0" y="756722"/>
                  <a:pt x="0" y="696511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0337" y="5796197"/>
            <a:ext cx="2661890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2134" y="6159595"/>
            <a:ext cx="25982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Records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69540" y="5684151"/>
            <a:ext cx="2749711" cy="805532"/>
          </a:xfrm>
          <a:custGeom>
            <a:avLst/>
            <a:gdLst/>
            <a:ahLst/>
            <a:cxnLst/>
            <a:rect l="l" t="t" r="r" b="b"/>
            <a:pathLst>
              <a:path w="2749711" h="805532">
                <a:moveTo>
                  <a:pt x="109021" y="0"/>
                </a:moveTo>
                <a:lnTo>
                  <a:pt x="2640690" y="0"/>
                </a:lnTo>
                <a:cubicBezTo>
                  <a:pt x="2700901" y="0"/>
                  <a:pt x="2749711" y="48810"/>
                  <a:pt x="2749711" y="109021"/>
                </a:cubicBezTo>
                <a:lnTo>
                  <a:pt x="2749711" y="696511"/>
                </a:lnTo>
                <a:cubicBezTo>
                  <a:pt x="2749711" y="756722"/>
                  <a:pt x="2700901" y="805532"/>
                  <a:pt x="2640690" y="805532"/>
                </a:cubicBezTo>
                <a:lnTo>
                  <a:pt x="109021" y="805532"/>
                </a:lnTo>
                <a:cubicBezTo>
                  <a:pt x="48810" y="805532"/>
                  <a:pt x="0" y="756722"/>
                  <a:pt x="0" y="696511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13451" y="5796197"/>
            <a:ext cx="2661890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Types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45248" y="6159595"/>
            <a:ext cx="25982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Categories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2654" y="5684151"/>
            <a:ext cx="2749711" cy="805532"/>
          </a:xfrm>
          <a:custGeom>
            <a:avLst/>
            <a:gdLst/>
            <a:ahLst/>
            <a:cxnLst/>
            <a:rect l="l" t="t" r="r" b="b"/>
            <a:pathLst>
              <a:path w="2749711" h="805532">
                <a:moveTo>
                  <a:pt x="109021" y="0"/>
                </a:moveTo>
                <a:lnTo>
                  <a:pt x="2640690" y="0"/>
                </a:lnTo>
                <a:cubicBezTo>
                  <a:pt x="2700901" y="0"/>
                  <a:pt x="2749711" y="48810"/>
                  <a:pt x="2749711" y="109021"/>
                </a:cubicBezTo>
                <a:lnTo>
                  <a:pt x="2749711" y="696511"/>
                </a:lnTo>
                <a:cubicBezTo>
                  <a:pt x="2749711" y="756722"/>
                  <a:pt x="2700901" y="805532"/>
                  <a:pt x="2640690" y="805532"/>
                </a:cubicBezTo>
                <a:lnTo>
                  <a:pt x="109021" y="805532"/>
                </a:lnTo>
                <a:cubicBezTo>
                  <a:pt x="48810" y="805532"/>
                  <a:pt x="0" y="756722"/>
                  <a:pt x="0" y="696511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16565" y="5796197"/>
            <a:ext cx="2661890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Stages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48363" y="6159595"/>
            <a:ext cx="25982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Lifecycle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75768" y="5684151"/>
            <a:ext cx="2749711" cy="805532"/>
          </a:xfrm>
          <a:custGeom>
            <a:avLst/>
            <a:gdLst/>
            <a:ahLst/>
            <a:cxnLst/>
            <a:rect l="l" t="t" r="r" b="b"/>
            <a:pathLst>
              <a:path w="2749711" h="805532">
                <a:moveTo>
                  <a:pt x="109021" y="0"/>
                </a:moveTo>
                <a:lnTo>
                  <a:pt x="2640690" y="0"/>
                </a:lnTo>
                <a:cubicBezTo>
                  <a:pt x="2700901" y="0"/>
                  <a:pt x="2749711" y="48810"/>
                  <a:pt x="2749711" y="109021"/>
                </a:cubicBezTo>
                <a:lnTo>
                  <a:pt x="2749711" y="696511"/>
                </a:lnTo>
                <a:cubicBezTo>
                  <a:pt x="2749711" y="756722"/>
                  <a:pt x="2700901" y="805532"/>
                  <a:pt x="2640690" y="805532"/>
                </a:cubicBezTo>
                <a:lnTo>
                  <a:pt x="109021" y="805532"/>
                </a:lnTo>
                <a:cubicBezTo>
                  <a:pt x="48810" y="805532"/>
                  <a:pt x="0" y="756722"/>
                  <a:pt x="0" y="696511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119679" y="5796197"/>
            <a:ext cx="2661890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Excel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51476" y="6159595"/>
            <a:ext cx="25982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Import</a:t>
            </a:r>
            <a:endParaRPr lang="en-US" sz="1600" dirty="0"/>
          </a:p>
        </p:txBody>
      </p:sp>
      <p:sp>
        <p:nvSpPr>
          <p:cNvPr id="63" name="Rounded Rectangle 62"/>
          <p:cNvSpPr/>
          <p:nvPr/>
        </p:nvSpPr>
        <p:spPr>
          <a:xfrm>
            <a:off x="6272784" y="1883664"/>
            <a:ext cx="5724144" cy="3563874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1828800"/>
            <a:ext cx="566928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55080" y="193852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56248" y="193852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57416" y="193852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040880" y="1929384"/>
            <a:ext cx="402336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hrms.metal.com/dashboard</a:t>
            </a:r>
          </a:p>
        </p:txBody>
      </p:sp>
      <p:pic>
        <p:nvPicPr>
          <p:cNvPr id="69" name="Picture 68" descr="dashboard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669280" cy="318897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6217920" y="2148840"/>
            <a:ext cx="5669280" cy="3188970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538353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Employee Dashboard — Live Screenshot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1554480"/>
            <a:ext cx="2011680" cy="27432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266"/>
                </a:solidFill>
              </a:defRPr>
            </a:pPr>
            <a:r>
              <a:t>ACTUAL PROJECT SCREENSHOT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34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7362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Attendance Management Module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876300"/>
            <a:ext cx="721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GPS-based attendance with smart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260475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1650" y="1377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4525" y="14922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650" y="1949451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Check-In/Out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1650" y="2292351"/>
            <a:ext cx="354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check in/out with </a:t>
            </a:r>
            <a:r>
              <a:rPr lang="en-US" sz="120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GPS location capture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accurate tracking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4975" y="1260475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2450" y="1377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76750" y="1492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0"/>
                </a:moveTo>
                <a:cubicBezTo>
                  <a:pt x="39157" y="0"/>
                  <a:pt x="48399" y="5760"/>
                  <a:pt x="53310" y="14288"/>
                </a:cubicBezTo>
                <a:lnTo>
                  <a:pt x="175245" y="14288"/>
                </a:lnTo>
                <a:cubicBezTo>
                  <a:pt x="180201" y="5760"/>
                  <a:pt x="189399" y="0"/>
                  <a:pt x="199980" y="0"/>
                </a:cubicBezTo>
                <a:cubicBezTo>
                  <a:pt x="215741" y="0"/>
                  <a:pt x="228555" y="12814"/>
                  <a:pt x="228555" y="28575"/>
                </a:cubicBezTo>
                <a:cubicBezTo>
                  <a:pt x="228555" y="43755"/>
                  <a:pt x="216724" y="56168"/>
                  <a:pt x="201766" y="57105"/>
                </a:cubicBezTo>
                <a:lnTo>
                  <a:pt x="200829" y="58400"/>
                </a:lnTo>
                <a:lnTo>
                  <a:pt x="168905" y="102647"/>
                </a:lnTo>
                <a:cubicBezTo>
                  <a:pt x="170512" y="106219"/>
                  <a:pt x="171405" y="110192"/>
                  <a:pt x="171405" y="114345"/>
                </a:cubicBezTo>
                <a:cubicBezTo>
                  <a:pt x="171405" y="118497"/>
                  <a:pt x="170512" y="122471"/>
                  <a:pt x="168905" y="126043"/>
                </a:cubicBezTo>
                <a:lnTo>
                  <a:pt x="169887" y="127427"/>
                </a:lnTo>
                <a:lnTo>
                  <a:pt x="200829" y="170289"/>
                </a:lnTo>
                <a:lnTo>
                  <a:pt x="201766" y="171584"/>
                </a:lnTo>
                <a:cubicBezTo>
                  <a:pt x="216724" y="172522"/>
                  <a:pt x="228555" y="184934"/>
                  <a:pt x="228555" y="200114"/>
                </a:cubicBezTo>
                <a:cubicBezTo>
                  <a:pt x="228555" y="215875"/>
                  <a:pt x="215741" y="228689"/>
                  <a:pt x="199980" y="228689"/>
                </a:cubicBezTo>
                <a:cubicBezTo>
                  <a:pt x="189399" y="228689"/>
                  <a:pt x="180156" y="222930"/>
                  <a:pt x="175245" y="214402"/>
                </a:cubicBezTo>
                <a:lnTo>
                  <a:pt x="53310" y="214402"/>
                </a:lnTo>
                <a:cubicBezTo>
                  <a:pt x="48354" y="222930"/>
                  <a:pt x="39157" y="228689"/>
                  <a:pt x="28575" y="228689"/>
                </a:cubicBezTo>
                <a:cubicBezTo>
                  <a:pt x="12814" y="228689"/>
                  <a:pt x="0" y="215875"/>
                  <a:pt x="0" y="200114"/>
                </a:cubicBezTo>
                <a:cubicBezTo>
                  <a:pt x="0" y="189533"/>
                  <a:pt x="5760" y="180290"/>
                  <a:pt x="14287" y="175379"/>
                </a:cubicBezTo>
                <a:lnTo>
                  <a:pt x="14287" y="53444"/>
                </a:lnTo>
                <a:cubicBezTo>
                  <a:pt x="5760" y="48399"/>
                  <a:pt x="0" y="39157"/>
                  <a:pt x="0" y="28575"/>
                </a:cubicBezTo>
                <a:cubicBezTo>
                  <a:pt x="0" y="12814"/>
                  <a:pt x="12814" y="0"/>
                  <a:pt x="28575" y="0"/>
                </a:cubicBezTo>
                <a:close/>
                <a:moveTo>
                  <a:pt x="176004" y="184577"/>
                </a:moveTo>
                <a:lnTo>
                  <a:pt x="146759" y="144125"/>
                </a:lnTo>
                <a:lnTo>
                  <a:pt x="145777" y="142741"/>
                </a:lnTo>
                <a:cubicBezTo>
                  <a:pt x="144840" y="142830"/>
                  <a:pt x="143857" y="142875"/>
                  <a:pt x="142875" y="142875"/>
                </a:cubicBezTo>
                <a:cubicBezTo>
                  <a:pt x="127114" y="142875"/>
                  <a:pt x="114300" y="130061"/>
                  <a:pt x="114300" y="114300"/>
                </a:cubicBezTo>
                <a:cubicBezTo>
                  <a:pt x="114300" y="98539"/>
                  <a:pt x="127114" y="85725"/>
                  <a:pt x="142875" y="85725"/>
                </a:cubicBezTo>
                <a:cubicBezTo>
                  <a:pt x="143857" y="85725"/>
                  <a:pt x="144840" y="85770"/>
                  <a:pt x="145777" y="85859"/>
                </a:cubicBezTo>
                <a:lnTo>
                  <a:pt x="176004" y="44023"/>
                </a:lnTo>
                <a:cubicBezTo>
                  <a:pt x="175736" y="43622"/>
                  <a:pt x="175513" y="43264"/>
                  <a:pt x="175290" y="42862"/>
                </a:cubicBezTo>
                <a:lnTo>
                  <a:pt x="53310" y="42863"/>
                </a:lnTo>
                <a:cubicBezTo>
                  <a:pt x="50810" y="47193"/>
                  <a:pt x="47193" y="50810"/>
                  <a:pt x="42863" y="53310"/>
                </a:cubicBezTo>
                <a:lnTo>
                  <a:pt x="42863" y="175245"/>
                </a:lnTo>
                <a:cubicBezTo>
                  <a:pt x="47193" y="177745"/>
                  <a:pt x="50810" y="181362"/>
                  <a:pt x="53310" y="185693"/>
                </a:cubicBezTo>
                <a:lnTo>
                  <a:pt x="175245" y="185693"/>
                </a:lnTo>
                <a:cubicBezTo>
                  <a:pt x="175468" y="185291"/>
                  <a:pt x="175736" y="184889"/>
                  <a:pt x="175959" y="184532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2450" y="1949451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Geo-Fencing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62450" y="2292351"/>
            <a:ext cx="354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radius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office coordinates — flags if employee is out of range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5775" y="1260475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3250" y="1377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37550" y="1492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3250" y="1949451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Selfie Capture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3250" y="2292351"/>
            <a:ext cx="354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selfie photo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check-in and check-out for identity verification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175" y="3025777"/>
            <a:ext cx="11426825" cy="1758950"/>
          </a:xfrm>
          <a:custGeom>
            <a:avLst/>
            <a:gdLst/>
            <a:ahLst/>
            <a:cxnLst/>
            <a:rect l="l" t="t" r="r" b="b"/>
            <a:pathLst>
              <a:path w="11426825" h="1758950">
                <a:moveTo>
                  <a:pt x="114297" y="0"/>
                </a:moveTo>
                <a:lnTo>
                  <a:pt x="11312528" y="0"/>
                </a:lnTo>
                <a:cubicBezTo>
                  <a:pt x="11375653" y="0"/>
                  <a:pt x="11426825" y="51172"/>
                  <a:pt x="11426825" y="114297"/>
                </a:cubicBezTo>
                <a:lnTo>
                  <a:pt x="11426825" y="1644653"/>
                </a:lnTo>
                <a:cubicBezTo>
                  <a:pt x="11426825" y="1707778"/>
                  <a:pt x="11375653" y="1758950"/>
                  <a:pt x="113125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0225" y="318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7400" y="3143250"/>
            <a:ext cx="1102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Detection Engine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1650" y="3562350"/>
            <a:ext cx="2714625" cy="1104900"/>
          </a:xfrm>
          <a:custGeom>
            <a:avLst/>
            <a:gdLst/>
            <a:ahLst/>
            <a:cxnLst/>
            <a:rect l="l" t="t" r="r" b="b"/>
            <a:pathLst>
              <a:path w="2714625" h="1104900">
                <a:moveTo>
                  <a:pt x="76205" y="0"/>
                </a:moveTo>
                <a:lnTo>
                  <a:pt x="2638420" y="0"/>
                </a:lnTo>
                <a:cubicBezTo>
                  <a:pt x="2680507" y="0"/>
                  <a:pt x="2714625" y="34118"/>
                  <a:pt x="2714625" y="76205"/>
                </a:cubicBezTo>
                <a:lnTo>
                  <a:pt x="2714625" y="1028695"/>
                </a:lnTo>
                <a:cubicBezTo>
                  <a:pt x="2714625" y="1070782"/>
                  <a:pt x="2680507" y="1104900"/>
                  <a:pt x="26384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5950" y="3676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300" y="3790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3150" y="37338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 Arrival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5950" y="4133850"/>
            <a:ext cx="25622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based on shift time + grace period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27400" y="3562350"/>
            <a:ext cx="2714625" cy="1104900"/>
          </a:xfrm>
          <a:custGeom>
            <a:avLst/>
            <a:gdLst/>
            <a:ahLst/>
            <a:cxnLst/>
            <a:rect l="l" t="t" r="r" b="b"/>
            <a:pathLst>
              <a:path w="2714625" h="1104900">
                <a:moveTo>
                  <a:pt x="76205" y="0"/>
                </a:moveTo>
                <a:lnTo>
                  <a:pt x="2638420" y="0"/>
                </a:lnTo>
                <a:cubicBezTo>
                  <a:pt x="2680507" y="0"/>
                  <a:pt x="2714625" y="34118"/>
                  <a:pt x="2714625" y="76205"/>
                </a:cubicBezTo>
                <a:lnTo>
                  <a:pt x="2714625" y="1028695"/>
                </a:lnTo>
                <a:cubicBezTo>
                  <a:pt x="2714625" y="1070782"/>
                  <a:pt x="2680507" y="1104900"/>
                  <a:pt x="26384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41700" y="3676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75050" y="3790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98900" y="373380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Departure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41700" y="4133850"/>
            <a:ext cx="25622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 employees leaving before shift 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3150" y="3562350"/>
            <a:ext cx="2714625" cy="1104900"/>
          </a:xfrm>
          <a:custGeom>
            <a:avLst/>
            <a:gdLst/>
            <a:ahLst/>
            <a:cxnLst/>
            <a:rect l="l" t="t" r="r" b="b"/>
            <a:pathLst>
              <a:path w="2714625" h="1104900">
                <a:moveTo>
                  <a:pt x="76205" y="0"/>
                </a:moveTo>
                <a:lnTo>
                  <a:pt x="2638420" y="0"/>
                </a:lnTo>
                <a:cubicBezTo>
                  <a:pt x="2680507" y="0"/>
                  <a:pt x="2714625" y="34118"/>
                  <a:pt x="2714625" y="76205"/>
                </a:cubicBezTo>
                <a:lnTo>
                  <a:pt x="2714625" y="1028695"/>
                </a:lnTo>
                <a:cubicBezTo>
                  <a:pt x="2714625" y="1070782"/>
                  <a:pt x="2680507" y="1104900"/>
                  <a:pt x="26384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7450" y="3676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3790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525" y="0"/>
                </a:moveTo>
                <a:cubicBezTo>
                  <a:pt x="4256" y="0"/>
                  <a:pt x="0" y="4256"/>
                  <a:pt x="0" y="9525"/>
                </a:cubicBezTo>
                <a:cubicBezTo>
                  <a:pt x="0" y="14794"/>
                  <a:pt x="4256" y="19050"/>
                  <a:pt x="9525" y="19050"/>
                </a:cubicBezTo>
                <a:lnTo>
                  <a:pt x="9525" y="22324"/>
                </a:lnTo>
                <a:cubicBezTo>
                  <a:pt x="9525" y="34945"/>
                  <a:pt x="14555" y="47059"/>
                  <a:pt x="23485" y="55989"/>
                </a:cubicBezTo>
                <a:lnTo>
                  <a:pt x="43696" y="76200"/>
                </a:lnTo>
                <a:lnTo>
                  <a:pt x="23485" y="96411"/>
                </a:lnTo>
                <a:cubicBezTo>
                  <a:pt x="14555" y="105341"/>
                  <a:pt x="9525" y="117455"/>
                  <a:pt x="9525" y="130076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04775" y="152400"/>
                </a:lnTo>
                <a:cubicBezTo>
                  <a:pt x="110044" y="152400"/>
                  <a:pt x="114300" y="148144"/>
                  <a:pt x="114300" y="142875"/>
                </a:cubicBezTo>
                <a:cubicBezTo>
                  <a:pt x="114300" y="137606"/>
                  <a:pt x="110044" y="133350"/>
                  <a:pt x="104775" y="133350"/>
                </a:cubicBezTo>
                <a:lnTo>
                  <a:pt x="104775" y="130076"/>
                </a:lnTo>
                <a:cubicBezTo>
                  <a:pt x="104775" y="117455"/>
                  <a:pt x="99745" y="105341"/>
                  <a:pt x="90815" y="96411"/>
                </a:cubicBezTo>
                <a:lnTo>
                  <a:pt x="70604" y="76200"/>
                </a:lnTo>
                <a:lnTo>
                  <a:pt x="90815" y="55989"/>
                </a:lnTo>
                <a:cubicBezTo>
                  <a:pt x="99745" y="47059"/>
                  <a:pt x="104775" y="34945"/>
                  <a:pt x="104775" y="22324"/>
                </a:cubicBezTo>
                <a:lnTo>
                  <a:pt x="104775" y="19050"/>
                </a:lnTo>
                <a:cubicBezTo>
                  <a:pt x="110044" y="19050"/>
                  <a:pt x="114300" y="14794"/>
                  <a:pt x="114300" y="9525"/>
                </a:cubicBezTo>
                <a:cubicBezTo>
                  <a:pt x="114300" y="4256"/>
                  <a:pt x="110044" y="0"/>
                  <a:pt x="104775" y="0"/>
                </a:cubicBezTo>
                <a:lnTo>
                  <a:pt x="9525" y="0"/>
                </a:lnTo>
                <a:close/>
                <a:moveTo>
                  <a:pt x="28575" y="22324"/>
                </a:moveTo>
                <a:lnTo>
                  <a:pt x="28575" y="19050"/>
                </a:lnTo>
                <a:lnTo>
                  <a:pt x="85725" y="19050"/>
                </a:lnTo>
                <a:lnTo>
                  <a:pt x="85725" y="22324"/>
                </a:lnTo>
                <a:cubicBezTo>
                  <a:pt x="85725" y="29914"/>
                  <a:pt x="82719" y="37177"/>
                  <a:pt x="77361" y="42535"/>
                </a:cubicBezTo>
                <a:lnTo>
                  <a:pt x="57150" y="62746"/>
                </a:lnTo>
                <a:lnTo>
                  <a:pt x="36939" y="42535"/>
                </a:lnTo>
                <a:cubicBezTo>
                  <a:pt x="31581" y="37177"/>
                  <a:pt x="28575" y="29885"/>
                  <a:pt x="28575" y="2232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24650" y="37338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Over-Duty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67450" y="4133850"/>
            <a:ext cx="2562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 hours requires justification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978900" y="3562350"/>
            <a:ext cx="2714625" cy="1104900"/>
          </a:xfrm>
          <a:custGeom>
            <a:avLst/>
            <a:gdLst/>
            <a:ahLst/>
            <a:cxnLst/>
            <a:rect l="l" t="t" r="r" b="b"/>
            <a:pathLst>
              <a:path w="2714625" h="1104900">
                <a:moveTo>
                  <a:pt x="76205" y="0"/>
                </a:moveTo>
                <a:lnTo>
                  <a:pt x="2638420" y="0"/>
                </a:lnTo>
                <a:cubicBezTo>
                  <a:pt x="2680507" y="0"/>
                  <a:pt x="2714625" y="34118"/>
                  <a:pt x="2714625" y="76205"/>
                </a:cubicBezTo>
                <a:lnTo>
                  <a:pt x="2714625" y="1028695"/>
                </a:lnTo>
                <a:cubicBezTo>
                  <a:pt x="2714625" y="1070782"/>
                  <a:pt x="2680507" y="1104900"/>
                  <a:pt x="26384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093200" y="3676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88450" y="37909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550400" y="37338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Out-of-Range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93200" y="4133850"/>
            <a:ext cx="2562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geo-fence radius detection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175" y="4905376"/>
            <a:ext cx="5635625" cy="1149350"/>
          </a:xfrm>
          <a:custGeom>
            <a:avLst/>
            <a:gdLst/>
            <a:ahLst/>
            <a:cxnLst/>
            <a:rect l="l" t="t" r="r" b="b"/>
            <a:pathLst>
              <a:path w="5635625" h="1149350">
                <a:moveTo>
                  <a:pt x="114303" y="0"/>
                </a:moveTo>
                <a:lnTo>
                  <a:pt x="5521322" y="0"/>
                </a:lnTo>
                <a:cubicBezTo>
                  <a:pt x="5584450" y="0"/>
                  <a:pt x="5635625" y="51175"/>
                  <a:pt x="5635625" y="114303"/>
                </a:cubicBezTo>
                <a:lnTo>
                  <a:pt x="5635625" y="1035047"/>
                </a:lnTo>
                <a:cubicBezTo>
                  <a:pt x="5635625" y="1098175"/>
                  <a:pt x="5584450" y="1149350"/>
                  <a:pt x="55213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3556" y="50609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9775" y="5022852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Justification System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1650" y="5403852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must provide reasons for violations, which go through </a:t>
            </a:r>
            <a:r>
              <a:rPr lang="en-US" sz="120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approval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workflow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5375" y="4905376"/>
            <a:ext cx="5635625" cy="1149350"/>
          </a:xfrm>
          <a:custGeom>
            <a:avLst/>
            <a:gdLst/>
            <a:ahLst/>
            <a:cxnLst/>
            <a:rect l="l" t="t" r="r" b="b"/>
            <a:pathLst>
              <a:path w="5635625" h="1149350">
                <a:moveTo>
                  <a:pt x="114303" y="0"/>
                </a:moveTo>
                <a:lnTo>
                  <a:pt x="5521322" y="0"/>
                </a:lnTo>
                <a:cubicBezTo>
                  <a:pt x="5584450" y="0"/>
                  <a:pt x="5635625" y="51175"/>
                  <a:pt x="5635625" y="114303"/>
                </a:cubicBezTo>
                <a:lnTo>
                  <a:pt x="5635625" y="1035047"/>
                </a:lnTo>
                <a:cubicBezTo>
                  <a:pt x="5635625" y="1098175"/>
                  <a:pt x="5584450" y="1149350"/>
                  <a:pt x="55213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40475" y="506095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61020" y="99231"/>
                </a:moveTo>
                <a:cubicBezTo>
                  <a:pt x="58266" y="95138"/>
                  <a:pt x="52722" y="94022"/>
                  <a:pt x="48630" y="96738"/>
                </a:cubicBezTo>
                <a:cubicBezTo>
                  <a:pt x="44537" y="99454"/>
                  <a:pt x="43421" y="105035"/>
                  <a:pt x="46137" y="109128"/>
                </a:cubicBezTo>
                <a:lnTo>
                  <a:pt x="60722" y="130969"/>
                </a:lnTo>
                <a:lnTo>
                  <a:pt x="46137" y="152809"/>
                </a:lnTo>
                <a:cubicBezTo>
                  <a:pt x="43383" y="156902"/>
                  <a:pt x="44500" y="162446"/>
                  <a:pt x="48630" y="165199"/>
                </a:cubicBezTo>
                <a:cubicBezTo>
                  <a:pt x="52760" y="167953"/>
                  <a:pt x="58266" y="166836"/>
                  <a:pt x="61020" y="162706"/>
                </a:cubicBezTo>
                <a:lnTo>
                  <a:pt x="71438" y="147079"/>
                </a:lnTo>
                <a:lnTo>
                  <a:pt x="81855" y="162706"/>
                </a:lnTo>
                <a:cubicBezTo>
                  <a:pt x="84609" y="166799"/>
                  <a:pt x="90153" y="167915"/>
                  <a:pt x="94245" y="165199"/>
                </a:cubicBezTo>
                <a:cubicBezTo>
                  <a:pt x="98338" y="162483"/>
                  <a:pt x="99454" y="156902"/>
                  <a:pt x="96738" y="152809"/>
                </a:cubicBezTo>
                <a:lnTo>
                  <a:pt x="82153" y="130969"/>
                </a:lnTo>
                <a:lnTo>
                  <a:pt x="96738" y="109128"/>
                </a:lnTo>
                <a:cubicBezTo>
                  <a:pt x="99492" y="105035"/>
                  <a:pt x="98375" y="99492"/>
                  <a:pt x="94245" y="96738"/>
                </a:cubicBezTo>
                <a:cubicBezTo>
                  <a:pt x="90115" y="93985"/>
                  <a:pt x="84609" y="95101"/>
                  <a:pt x="81855" y="99231"/>
                </a:cubicBezTo>
                <a:lnTo>
                  <a:pt x="71438" y="114858"/>
                </a:lnTo>
                <a:lnTo>
                  <a:pt x="61020" y="99231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0975" y="5022852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 &amp; Tracking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1900" y="5441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59550" y="5403852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attendance reports exportable to Excel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1900" y="57467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59550" y="5708652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tracking of today's attendance status</a:t>
            </a:r>
            <a:endParaRPr lang="en-US" sz="1600" dirty="0"/>
          </a:p>
        </p:txBody>
      </p:sp>
      <p:sp>
        <p:nvSpPr>
          <p:cNvPr id="55" name="Rounded Rectangle 54"/>
          <p:cNvSpPr/>
          <p:nvPr/>
        </p:nvSpPr>
        <p:spPr>
          <a:xfrm>
            <a:off x="9601200" y="1645920"/>
            <a:ext cx="2306116" cy="47548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mobil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792224"/>
            <a:ext cx="2066175" cy="447141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479938" y="1700784"/>
            <a:ext cx="548640" cy="10972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388498" y="6263640"/>
            <a:ext cx="731520" cy="36576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Mobile Attendance UI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7688" y="647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Leave Management Module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876300"/>
            <a:ext cx="602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leave tracking and approval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9575" y="133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71438" y="142875"/>
                </a:moveTo>
                <a:cubicBezTo>
                  <a:pt x="71438" y="150760"/>
                  <a:pt x="65035" y="157163"/>
                  <a:pt x="57150" y="157163"/>
                </a:cubicBezTo>
                <a:cubicBezTo>
                  <a:pt x="49265" y="157163"/>
                  <a:pt x="42863" y="150760"/>
                  <a:pt x="42863" y="142875"/>
                </a:cubicBezTo>
                <a:cubicBezTo>
                  <a:pt x="42863" y="134990"/>
                  <a:pt x="49265" y="128588"/>
                  <a:pt x="57150" y="128588"/>
                </a:cubicBezTo>
                <a:cubicBezTo>
                  <a:pt x="65035" y="128588"/>
                  <a:pt x="71438" y="134990"/>
                  <a:pt x="71438" y="142875"/>
                </a:cubicBezTo>
                <a:close/>
                <a:moveTo>
                  <a:pt x="57150" y="100013"/>
                </a:moveTo>
                <a:cubicBezTo>
                  <a:pt x="49265" y="100013"/>
                  <a:pt x="42863" y="93610"/>
                  <a:pt x="42863" y="85725"/>
                </a:cubicBezTo>
                <a:cubicBezTo>
                  <a:pt x="42863" y="77840"/>
                  <a:pt x="49265" y="71438"/>
                  <a:pt x="57150" y="71438"/>
                </a:cubicBezTo>
                <a:cubicBezTo>
                  <a:pt x="65035" y="71438"/>
                  <a:pt x="71438" y="77840"/>
                  <a:pt x="71438" y="85725"/>
                </a:cubicBezTo>
                <a:cubicBezTo>
                  <a:pt x="71438" y="93610"/>
                  <a:pt x="65035" y="100013"/>
                  <a:pt x="57150" y="100013"/>
                </a:cubicBezTo>
                <a:close/>
                <a:moveTo>
                  <a:pt x="110728" y="75009"/>
                </a:moveTo>
                <a:lnTo>
                  <a:pt x="175022" y="75009"/>
                </a:lnTo>
                <a:cubicBezTo>
                  <a:pt x="180960" y="75009"/>
                  <a:pt x="185738" y="79787"/>
                  <a:pt x="185738" y="85725"/>
                </a:cubicBezTo>
                <a:cubicBezTo>
                  <a:pt x="185738" y="91663"/>
                  <a:pt x="180960" y="96441"/>
                  <a:pt x="175022" y="96441"/>
                </a:cubicBezTo>
                <a:lnTo>
                  <a:pt x="110728" y="96441"/>
                </a:lnTo>
                <a:cubicBezTo>
                  <a:pt x="104790" y="96441"/>
                  <a:pt x="100013" y="91663"/>
                  <a:pt x="100013" y="85725"/>
                </a:cubicBezTo>
                <a:cubicBezTo>
                  <a:pt x="100013" y="79787"/>
                  <a:pt x="104790" y="75009"/>
                  <a:pt x="110728" y="75009"/>
                </a:cubicBezTo>
                <a:close/>
                <a:moveTo>
                  <a:pt x="110728" y="132159"/>
                </a:moveTo>
                <a:lnTo>
                  <a:pt x="175022" y="132159"/>
                </a:lnTo>
                <a:cubicBezTo>
                  <a:pt x="180960" y="132159"/>
                  <a:pt x="185738" y="136937"/>
                  <a:pt x="185738" y="142875"/>
                </a:cubicBezTo>
                <a:cubicBezTo>
                  <a:pt x="185738" y="148813"/>
                  <a:pt x="180960" y="153591"/>
                  <a:pt x="175022" y="153591"/>
                </a:cubicBezTo>
                <a:lnTo>
                  <a:pt x="110728" y="153591"/>
                </a:lnTo>
                <a:cubicBezTo>
                  <a:pt x="104790" y="153591"/>
                  <a:pt x="100013" y="148813"/>
                  <a:pt x="100013" y="142875"/>
                </a:cubicBezTo>
                <a:cubicBezTo>
                  <a:pt x="100013" y="136937"/>
                  <a:pt x="104790" y="132159"/>
                  <a:pt x="110728" y="132159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6750" y="1295400"/>
            <a:ext cx="11258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Types &amp; Entitlements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175" y="1717675"/>
            <a:ext cx="11426825" cy="2616200"/>
          </a:xfrm>
          <a:custGeom>
            <a:avLst/>
            <a:gdLst/>
            <a:ahLst/>
            <a:cxnLst/>
            <a:rect l="l" t="t" r="r" b="b"/>
            <a:pathLst>
              <a:path w="11426825" h="2616200">
                <a:moveTo>
                  <a:pt x="114302" y="0"/>
                </a:moveTo>
                <a:lnTo>
                  <a:pt x="11312523" y="0"/>
                </a:lnTo>
                <a:cubicBezTo>
                  <a:pt x="11375650" y="0"/>
                  <a:pt x="11426825" y="51175"/>
                  <a:pt x="11426825" y="114302"/>
                </a:cubicBezTo>
                <a:lnTo>
                  <a:pt x="11426825" y="2501898"/>
                </a:lnTo>
                <a:cubicBezTo>
                  <a:pt x="11426825" y="2565025"/>
                  <a:pt x="11375650" y="2616200"/>
                  <a:pt x="11312523" y="2616200"/>
                </a:cubicBezTo>
                <a:lnTo>
                  <a:pt x="114302" y="2616200"/>
                </a:lnTo>
                <a:cubicBezTo>
                  <a:pt x="51175" y="2616200"/>
                  <a:pt x="0" y="2565025"/>
                  <a:pt x="0" y="2501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7350" y="1720853"/>
          <a:ext cx="11420475" cy="260985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97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Leave Type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Days/Year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Details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Sick Leave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 days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Medical leave with balance tracking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0D94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Casual Leave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days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Personal/casual leave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Earned Leave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Accrued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Based on service duration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LWP (Leave Without Pay)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Unlimited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Salary deducted for absent days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175" y="4492627"/>
            <a:ext cx="5635625" cy="1911350"/>
          </a:xfrm>
          <a:custGeom>
            <a:avLst/>
            <a:gdLst/>
            <a:ahLst/>
            <a:cxnLst/>
            <a:rect l="l" t="t" r="r" b="b"/>
            <a:pathLst>
              <a:path w="5635625" h="1911350">
                <a:moveTo>
                  <a:pt x="114299" y="0"/>
                </a:moveTo>
                <a:lnTo>
                  <a:pt x="5521326" y="0"/>
                </a:lnTo>
                <a:cubicBezTo>
                  <a:pt x="5584452" y="0"/>
                  <a:pt x="5635625" y="51173"/>
                  <a:pt x="5635625" y="114299"/>
                </a:cubicBezTo>
                <a:lnTo>
                  <a:pt x="5635625" y="1797051"/>
                </a:lnTo>
                <a:cubicBezTo>
                  <a:pt x="5635625" y="1860177"/>
                  <a:pt x="5584452" y="1911350"/>
                  <a:pt x="5521326" y="1911350"/>
                </a:cubicBezTo>
                <a:lnTo>
                  <a:pt x="114299" y="1911350"/>
                </a:lnTo>
                <a:cubicBezTo>
                  <a:pt x="51173" y="1911350"/>
                  <a:pt x="0" y="1860177"/>
                  <a:pt x="0" y="179705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1650" y="4648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9775" y="46101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070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8350" y="49911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leave application with date range and reason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0700" y="529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350" y="52578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leave balance checking and deduction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0700" y="556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8350" y="552450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approval workflow (sequential approvers)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070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350" y="579120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leave history per employee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070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8350" y="60579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Pending leave status checker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5375" y="4492627"/>
            <a:ext cx="5635625" cy="1911350"/>
          </a:xfrm>
          <a:custGeom>
            <a:avLst/>
            <a:gdLst/>
            <a:ahLst/>
            <a:cxnLst/>
            <a:rect l="l" t="t" r="r" b="b"/>
            <a:pathLst>
              <a:path w="5635625" h="1911350">
                <a:moveTo>
                  <a:pt x="114299" y="0"/>
                </a:moveTo>
                <a:lnTo>
                  <a:pt x="5521326" y="0"/>
                </a:lnTo>
                <a:cubicBezTo>
                  <a:pt x="5584452" y="0"/>
                  <a:pt x="5635625" y="51173"/>
                  <a:pt x="5635625" y="114299"/>
                </a:cubicBezTo>
                <a:lnTo>
                  <a:pt x="5635625" y="1797051"/>
                </a:lnTo>
                <a:cubicBezTo>
                  <a:pt x="5635625" y="1860177"/>
                  <a:pt x="5584452" y="1911350"/>
                  <a:pt x="5521326" y="1911350"/>
                </a:cubicBezTo>
                <a:lnTo>
                  <a:pt x="114299" y="1911350"/>
                </a:lnTo>
                <a:cubicBezTo>
                  <a:pt x="51173" y="1911350"/>
                  <a:pt x="0" y="1860177"/>
                  <a:pt x="0" y="179705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92850" y="4648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30975" y="46101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Approver Dashboard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1190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59550" y="49911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pending leave requests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11900" y="529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59550" y="52578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 or reject with comments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11900" y="556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59550" y="55245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action history log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1190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559550" y="57912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notifications for new requests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1190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559550" y="60579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Mobile-friendly approval interface</a:t>
            </a:r>
            <a:endParaRPr lang="en-US" sz="1600" dirty="0"/>
          </a:p>
        </p:txBody>
      </p:sp>
      <p:sp>
        <p:nvSpPr>
          <p:cNvPr id="36" name="Rounded Rectangle 35"/>
          <p:cNvSpPr/>
          <p:nvPr/>
        </p:nvSpPr>
        <p:spPr>
          <a:xfrm>
            <a:off x="5998464" y="2066544"/>
            <a:ext cx="5998464" cy="3718179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2011680"/>
            <a:ext cx="59436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80760" y="212140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81928" y="212140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83096" y="212140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66560" y="2112264"/>
            <a:ext cx="42976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hrms.metal.com/approvals?id=EMP001</a:t>
            </a:r>
          </a:p>
        </p:txBody>
      </p:sp>
      <p:pic>
        <p:nvPicPr>
          <p:cNvPr id="42" name="Picture 41" descr="admin_approval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31720"/>
            <a:ext cx="5943600" cy="3343275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943600" y="2331720"/>
            <a:ext cx="5943600" cy="3343275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5720715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Leave &amp; Approval Dashboard — Live Screenshot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450913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104059" y="0"/>
                </a:moveTo>
                <a:lnTo>
                  <a:pt x="381540" y="0"/>
                </a:lnTo>
                <a:cubicBezTo>
                  <a:pt x="439010" y="0"/>
                  <a:pt x="485599" y="46589"/>
                  <a:pt x="485599" y="104059"/>
                </a:cubicBezTo>
                <a:lnTo>
                  <a:pt x="485599" y="381540"/>
                </a:lnTo>
                <a:cubicBezTo>
                  <a:pt x="485599" y="439010"/>
                  <a:pt x="439010" y="485599"/>
                  <a:pt x="381540" y="485599"/>
                </a:cubicBezTo>
                <a:lnTo>
                  <a:pt x="104059" y="485599"/>
                </a:lnTo>
                <a:cubicBezTo>
                  <a:pt x="46589" y="485599"/>
                  <a:pt x="0" y="439010"/>
                  <a:pt x="0" y="381540"/>
                </a:cubicBezTo>
                <a:lnTo>
                  <a:pt x="0" y="104059"/>
                </a:lnTo>
                <a:cubicBezTo>
                  <a:pt x="0" y="46627"/>
                  <a:pt x="46627" y="0"/>
                  <a:pt x="10405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85599" y="589656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26014" y="26014"/>
                </a:moveTo>
                <a:cubicBezTo>
                  <a:pt x="11666" y="26014"/>
                  <a:pt x="0" y="37680"/>
                  <a:pt x="0" y="52028"/>
                </a:cubicBezTo>
                <a:lnTo>
                  <a:pt x="0" y="156085"/>
                </a:lnTo>
                <a:cubicBezTo>
                  <a:pt x="0" y="170434"/>
                  <a:pt x="11666" y="182100"/>
                  <a:pt x="26014" y="182100"/>
                </a:cubicBezTo>
                <a:lnTo>
                  <a:pt x="182100" y="182100"/>
                </a:lnTo>
                <a:cubicBezTo>
                  <a:pt x="196448" y="182100"/>
                  <a:pt x="208114" y="170434"/>
                  <a:pt x="208114" y="156085"/>
                </a:cubicBezTo>
                <a:lnTo>
                  <a:pt x="208114" y="52028"/>
                </a:lnTo>
                <a:cubicBezTo>
                  <a:pt x="208114" y="37680"/>
                  <a:pt x="196448" y="26014"/>
                  <a:pt x="182100" y="26014"/>
                </a:cubicBezTo>
                <a:lnTo>
                  <a:pt x="26014" y="26014"/>
                </a:lnTo>
                <a:close/>
                <a:moveTo>
                  <a:pt x="120316" y="117064"/>
                </a:moveTo>
                <a:lnTo>
                  <a:pt x="172344" y="117064"/>
                </a:lnTo>
                <a:cubicBezTo>
                  <a:pt x="177750" y="117064"/>
                  <a:pt x="182100" y="121413"/>
                  <a:pt x="182100" y="126819"/>
                </a:cubicBezTo>
                <a:cubicBezTo>
                  <a:pt x="182100" y="132225"/>
                  <a:pt x="177750" y="136575"/>
                  <a:pt x="172344" y="136575"/>
                </a:cubicBezTo>
                <a:lnTo>
                  <a:pt x="120316" y="136575"/>
                </a:lnTo>
                <a:cubicBezTo>
                  <a:pt x="114910" y="136575"/>
                  <a:pt x="110560" y="132225"/>
                  <a:pt x="110560" y="126819"/>
                </a:cubicBezTo>
                <a:cubicBezTo>
                  <a:pt x="110560" y="121413"/>
                  <a:pt x="114910" y="117064"/>
                  <a:pt x="120316" y="117064"/>
                </a:cubicBezTo>
                <a:close/>
                <a:moveTo>
                  <a:pt x="110560" y="81294"/>
                </a:moveTo>
                <a:cubicBezTo>
                  <a:pt x="110560" y="75888"/>
                  <a:pt x="114910" y="71539"/>
                  <a:pt x="120316" y="71539"/>
                </a:cubicBezTo>
                <a:lnTo>
                  <a:pt x="172344" y="71539"/>
                </a:lnTo>
                <a:cubicBezTo>
                  <a:pt x="177750" y="71539"/>
                  <a:pt x="182100" y="75888"/>
                  <a:pt x="182100" y="81294"/>
                </a:cubicBezTo>
                <a:cubicBezTo>
                  <a:pt x="182100" y="86701"/>
                  <a:pt x="177750" y="91050"/>
                  <a:pt x="172344" y="91050"/>
                </a:cubicBezTo>
                <a:lnTo>
                  <a:pt x="120316" y="91050"/>
                </a:lnTo>
                <a:cubicBezTo>
                  <a:pt x="114910" y="91050"/>
                  <a:pt x="110560" y="86701"/>
                  <a:pt x="110560" y="81294"/>
                </a:cubicBezTo>
                <a:close/>
                <a:moveTo>
                  <a:pt x="60158" y="58532"/>
                </a:moveTo>
                <a:cubicBezTo>
                  <a:pt x="64629" y="58532"/>
                  <a:pt x="68287" y="62190"/>
                  <a:pt x="68287" y="66661"/>
                </a:cubicBezTo>
                <a:lnTo>
                  <a:pt x="68287" y="68287"/>
                </a:lnTo>
                <a:lnTo>
                  <a:pt x="71539" y="68287"/>
                </a:lnTo>
                <a:cubicBezTo>
                  <a:pt x="76010" y="68287"/>
                  <a:pt x="79669" y="71946"/>
                  <a:pt x="79669" y="76417"/>
                </a:cubicBezTo>
                <a:cubicBezTo>
                  <a:pt x="79669" y="80888"/>
                  <a:pt x="76010" y="84546"/>
                  <a:pt x="71539" y="84546"/>
                </a:cubicBezTo>
                <a:lnTo>
                  <a:pt x="52232" y="84546"/>
                </a:lnTo>
                <a:cubicBezTo>
                  <a:pt x="49427" y="84546"/>
                  <a:pt x="47151" y="86822"/>
                  <a:pt x="47151" y="89627"/>
                </a:cubicBezTo>
                <a:cubicBezTo>
                  <a:pt x="47151" y="92107"/>
                  <a:pt x="48939" y="94220"/>
                  <a:pt x="51378" y="94627"/>
                </a:cubicBezTo>
                <a:lnTo>
                  <a:pt x="68328" y="97472"/>
                </a:lnTo>
                <a:cubicBezTo>
                  <a:pt x="78612" y="99179"/>
                  <a:pt x="86172" y="108081"/>
                  <a:pt x="86172" y="118527"/>
                </a:cubicBezTo>
                <a:cubicBezTo>
                  <a:pt x="86172" y="129136"/>
                  <a:pt x="78449" y="137916"/>
                  <a:pt x="68287" y="139583"/>
                </a:cubicBezTo>
                <a:lnTo>
                  <a:pt x="68287" y="141493"/>
                </a:lnTo>
                <a:cubicBezTo>
                  <a:pt x="68287" y="145964"/>
                  <a:pt x="64629" y="149622"/>
                  <a:pt x="60158" y="149622"/>
                </a:cubicBezTo>
                <a:cubicBezTo>
                  <a:pt x="55687" y="149622"/>
                  <a:pt x="52028" y="145964"/>
                  <a:pt x="52028" y="141493"/>
                </a:cubicBezTo>
                <a:lnTo>
                  <a:pt x="52028" y="139867"/>
                </a:lnTo>
                <a:lnTo>
                  <a:pt x="42273" y="139867"/>
                </a:lnTo>
                <a:cubicBezTo>
                  <a:pt x="37802" y="139867"/>
                  <a:pt x="34144" y="136209"/>
                  <a:pt x="34144" y="131738"/>
                </a:cubicBezTo>
                <a:cubicBezTo>
                  <a:pt x="34144" y="127266"/>
                  <a:pt x="37802" y="123608"/>
                  <a:pt x="42273" y="123608"/>
                </a:cubicBezTo>
                <a:lnTo>
                  <a:pt x="64832" y="123608"/>
                </a:lnTo>
                <a:cubicBezTo>
                  <a:pt x="67637" y="123608"/>
                  <a:pt x="69913" y="121332"/>
                  <a:pt x="69913" y="118527"/>
                </a:cubicBezTo>
                <a:cubicBezTo>
                  <a:pt x="69913" y="116048"/>
                  <a:pt x="68125" y="113934"/>
                  <a:pt x="65686" y="113528"/>
                </a:cubicBezTo>
                <a:lnTo>
                  <a:pt x="48736" y="110682"/>
                </a:lnTo>
                <a:cubicBezTo>
                  <a:pt x="38412" y="108935"/>
                  <a:pt x="30892" y="100033"/>
                  <a:pt x="30892" y="89627"/>
                </a:cubicBezTo>
                <a:cubicBezTo>
                  <a:pt x="30892" y="77921"/>
                  <a:pt x="40322" y="68409"/>
                  <a:pt x="52028" y="68287"/>
                </a:cubicBezTo>
                <a:lnTo>
                  <a:pt x="52028" y="66661"/>
                </a:lnTo>
                <a:cubicBezTo>
                  <a:pt x="52028" y="62190"/>
                  <a:pt x="55687" y="58532"/>
                  <a:pt x="60158" y="5853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71198" y="346856"/>
            <a:ext cx="4951374" cy="41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Payroll &amp; Salary Module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1198" y="797770"/>
            <a:ext cx="4821303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salary processing and payslip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199" y="1179312"/>
            <a:ext cx="11480945" cy="728398"/>
          </a:xfrm>
          <a:custGeom>
            <a:avLst/>
            <a:gdLst/>
            <a:ahLst/>
            <a:cxnLst/>
            <a:rect l="l" t="t" r="r" b="b"/>
            <a:pathLst>
              <a:path w="11480945" h="728398">
                <a:moveTo>
                  <a:pt x="34686" y="0"/>
                </a:moveTo>
                <a:lnTo>
                  <a:pt x="11376886" y="0"/>
                </a:lnTo>
                <a:cubicBezTo>
                  <a:pt x="11434356" y="0"/>
                  <a:pt x="11480945" y="46589"/>
                  <a:pt x="11480945" y="104059"/>
                </a:cubicBezTo>
                <a:lnTo>
                  <a:pt x="11480945" y="624339"/>
                </a:lnTo>
                <a:cubicBezTo>
                  <a:pt x="11480945" y="681810"/>
                  <a:pt x="11434356" y="728398"/>
                  <a:pt x="11376886" y="728398"/>
                </a:cubicBezTo>
                <a:lnTo>
                  <a:pt x="34686" y="728398"/>
                </a:lnTo>
                <a:cubicBezTo>
                  <a:pt x="15529" y="728398"/>
                  <a:pt x="0" y="712869"/>
                  <a:pt x="0" y="693713"/>
                </a:cubicBezTo>
                <a:lnTo>
                  <a:pt x="0" y="34686"/>
                </a:lnTo>
                <a:cubicBezTo>
                  <a:pt x="0" y="15529"/>
                  <a:pt x="15529" y="0"/>
                  <a:pt x="3468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4199" y="1179312"/>
            <a:ext cx="34686" cy="728398"/>
          </a:xfrm>
          <a:custGeom>
            <a:avLst/>
            <a:gdLst/>
            <a:ahLst/>
            <a:cxnLst/>
            <a:rect l="l" t="t" r="r" b="b"/>
            <a:pathLst>
              <a:path w="34686" h="728398">
                <a:moveTo>
                  <a:pt x="34686" y="0"/>
                </a:moveTo>
                <a:lnTo>
                  <a:pt x="34686" y="0"/>
                </a:lnTo>
                <a:lnTo>
                  <a:pt x="34686" y="728398"/>
                </a:lnTo>
                <a:lnTo>
                  <a:pt x="34686" y="728398"/>
                </a:lnTo>
                <a:cubicBezTo>
                  <a:pt x="15529" y="728398"/>
                  <a:pt x="0" y="712869"/>
                  <a:pt x="0" y="693713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7488" y="1413440"/>
            <a:ext cx="195107" cy="260142"/>
          </a:xfrm>
          <a:custGeom>
            <a:avLst/>
            <a:gdLst/>
            <a:ahLst/>
            <a:cxnLst/>
            <a:rect l="l" t="t" r="r" b="b"/>
            <a:pathLst>
              <a:path w="195107" h="260142">
                <a:moveTo>
                  <a:pt x="0" y="32518"/>
                </a:moveTo>
                <a:cubicBezTo>
                  <a:pt x="0" y="14582"/>
                  <a:pt x="14582" y="0"/>
                  <a:pt x="32518" y="0"/>
                </a:cubicBezTo>
                <a:lnTo>
                  <a:pt x="108477" y="0"/>
                </a:lnTo>
                <a:cubicBezTo>
                  <a:pt x="117115" y="0"/>
                  <a:pt x="125397" y="3404"/>
                  <a:pt x="131494" y="9501"/>
                </a:cubicBezTo>
                <a:lnTo>
                  <a:pt x="185605" y="63664"/>
                </a:lnTo>
                <a:cubicBezTo>
                  <a:pt x="191702" y="69761"/>
                  <a:pt x="195107" y="78043"/>
                  <a:pt x="195107" y="86680"/>
                </a:cubicBezTo>
                <a:lnTo>
                  <a:pt x="195107" y="227624"/>
                </a:lnTo>
                <a:cubicBezTo>
                  <a:pt x="195107" y="245560"/>
                  <a:pt x="180524" y="260142"/>
                  <a:pt x="162589" y="260142"/>
                </a:cubicBezTo>
                <a:lnTo>
                  <a:pt x="32518" y="260142"/>
                </a:lnTo>
                <a:cubicBezTo>
                  <a:pt x="14582" y="260142"/>
                  <a:pt x="0" y="245560"/>
                  <a:pt x="0" y="227624"/>
                </a:cubicBezTo>
                <a:lnTo>
                  <a:pt x="0" y="32518"/>
                </a:lnTo>
                <a:close/>
                <a:moveTo>
                  <a:pt x="105683" y="29723"/>
                </a:moveTo>
                <a:lnTo>
                  <a:pt x="105683" y="77230"/>
                </a:lnTo>
                <a:cubicBezTo>
                  <a:pt x="105683" y="83987"/>
                  <a:pt x="111119" y="89424"/>
                  <a:pt x="117877" y="89424"/>
                </a:cubicBezTo>
                <a:lnTo>
                  <a:pt x="165383" y="89424"/>
                </a:lnTo>
                <a:lnTo>
                  <a:pt x="105683" y="29723"/>
                </a:lnTo>
                <a:close/>
                <a:moveTo>
                  <a:pt x="32518" y="44712"/>
                </a:moveTo>
                <a:cubicBezTo>
                  <a:pt x="32518" y="51470"/>
                  <a:pt x="37954" y="56906"/>
                  <a:pt x="44712" y="56906"/>
                </a:cubicBezTo>
                <a:lnTo>
                  <a:pt x="69100" y="56906"/>
                </a:lnTo>
                <a:cubicBezTo>
                  <a:pt x="75858" y="56906"/>
                  <a:pt x="81294" y="51470"/>
                  <a:pt x="81294" y="44712"/>
                </a:cubicBezTo>
                <a:cubicBezTo>
                  <a:pt x="81294" y="37954"/>
                  <a:pt x="75858" y="32518"/>
                  <a:pt x="69100" y="32518"/>
                </a:cubicBezTo>
                <a:lnTo>
                  <a:pt x="44712" y="32518"/>
                </a:lnTo>
                <a:cubicBezTo>
                  <a:pt x="37954" y="32518"/>
                  <a:pt x="32518" y="37954"/>
                  <a:pt x="32518" y="44712"/>
                </a:cubicBezTo>
                <a:close/>
                <a:moveTo>
                  <a:pt x="32518" y="93489"/>
                </a:moveTo>
                <a:cubicBezTo>
                  <a:pt x="32518" y="100246"/>
                  <a:pt x="37954" y="105683"/>
                  <a:pt x="44712" y="105683"/>
                </a:cubicBezTo>
                <a:lnTo>
                  <a:pt x="69100" y="105683"/>
                </a:lnTo>
                <a:cubicBezTo>
                  <a:pt x="75858" y="105683"/>
                  <a:pt x="81294" y="100246"/>
                  <a:pt x="81294" y="93489"/>
                </a:cubicBezTo>
                <a:cubicBezTo>
                  <a:pt x="81294" y="86731"/>
                  <a:pt x="75858" y="81294"/>
                  <a:pt x="69100" y="81294"/>
                </a:cubicBezTo>
                <a:lnTo>
                  <a:pt x="44712" y="81294"/>
                </a:lnTo>
                <a:cubicBezTo>
                  <a:pt x="37954" y="81294"/>
                  <a:pt x="32518" y="86731"/>
                  <a:pt x="32518" y="93489"/>
                </a:cubicBezTo>
                <a:close/>
                <a:moveTo>
                  <a:pt x="89424" y="132103"/>
                </a:moveTo>
                <a:lnTo>
                  <a:pt x="89424" y="134136"/>
                </a:lnTo>
                <a:cubicBezTo>
                  <a:pt x="74791" y="134288"/>
                  <a:pt x="63003" y="146178"/>
                  <a:pt x="63003" y="160811"/>
                </a:cubicBezTo>
                <a:cubicBezTo>
                  <a:pt x="63003" y="173869"/>
                  <a:pt x="72403" y="184996"/>
                  <a:pt x="85308" y="187130"/>
                </a:cubicBezTo>
                <a:lnTo>
                  <a:pt x="106496" y="190686"/>
                </a:lnTo>
                <a:cubicBezTo>
                  <a:pt x="109544" y="191194"/>
                  <a:pt x="111780" y="193836"/>
                  <a:pt x="111780" y="196936"/>
                </a:cubicBezTo>
                <a:cubicBezTo>
                  <a:pt x="111780" y="200442"/>
                  <a:pt x="108935" y="203287"/>
                  <a:pt x="105429" y="203287"/>
                </a:cubicBezTo>
                <a:lnTo>
                  <a:pt x="77230" y="203236"/>
                </a:lnTo>
                <a:cubicBezTo>
                  <a:pt x="71641" y="203236"/>
                  <a:pt x="67068" y="207809"/>
                  <a:pt x="67068" y="213398"/>
                </a:cubicBezTo>
                <a:cubicBezTo>
                  <a:pt x="67068" y="218987"/>
                  <a:pt x="71641" y="223560"/>
                  <a:pt x="77230" y="223560"/>
                </a:cubicBezTo>
                <a:lnTo>
                  <a:pt x="89424" y="223560"/>
                </a:lnTo>
                <a:lnTo>
                  <a:pt x="89424" y="225592"/>
                </a:lnTo>
                <a:cubicBezTo>
                  <a:pt x="89424" y="231181"/>
                  <a:pt x="93997" y="235754"/>
                  <a:pt x="99586" y="235754"/>
                </a:cubicBezTo>
                <a:cubicBezTo>
                  <a:pt x="105175" y="235754"/>
                  <a:pt x="109748" y="231181"/>
                  <a:pt x="109748" y="225592"/>
                </a:cubicBezTo>
                <a:lnTo>
                  <a:pt x="109748" y="223204"/>
                </a:lnTo>
                <a:cubicBezTo>
                  <a:pt x="122450" y="221121"/>
                  <a:pt x="132103" y="210146"/>
                  <a:pt x="132103" y="196885"/>
                </a:cubicBezTo>
                <a:cubicBezTo>
                  <a:pt x="132103" y="183827"/>
                  <a:pt x="122704" y="172700"/>
                  <a:pt x="109798" y="170566"/>
                </a:cubicBezTo>
                <a:lnTo>
                  <a:pt x="88611" y="167009"/>
                </a:lnTo>
                <a:cubicBezTo>
                  <a:pt x="85562" y="166501"/>
                  <a:pt x="83327" y="163859"/>
                  <a:pt x="83327" y="160760"/>
                </a:cubicBezTo>
                <a:cubicBezTo>
                  <a:pt x="83327" y="157254"/>
                  <a:pt x="86172" y="154409"/>
                  <a:pt x="89678" y="154409"/>
                </a:cubicBezTo>
                <a:lnTo>
                  <a:pt x="113812" y="154409"/>
                </a:lnTo>
                <a:cubicBezTo>
                  <a:pt x="119401" y="154409"/>
                  <a:pt x="123974" y="149836"/>
                  <a:pt x="123974" y="144247"/>
                </a:cubicBezTo>
                <a:cubicBezTo>
                  <a:pt x="123974" y="138658"/>
                  <a:pt x="119401" y="134085"/>
                  <a:pt x="113812" y="134085"/>
                </a:cubicBezTo>
                <a:lnTo>
                  <a:pt x="109748" y="134085"/>
                </a:lnTo>
                <a:lnTo>
                  <a:pt x="109748" y="132053"/>
                </a:lnTo>
                <a:cubicBezTo>
                  <a:pt x="109748" y="126464"/>
                  <a:pt x="105175" y="121891"/>
                  <a:pt x="99586" y="121891"/>
                </a:cubicBezTo>
                <a:cubicBezTo>
                  <a:pt x="93997" y="121891"/>
                  <a:pt x="89424" y="126464"/>
                  <a:pt x="89424" y="13205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9519" y="1318054"/>
            <a:ext cx="6330128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Sheet Generation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9519" y="1560853"/>
            <a:ext cx="631278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salary sheet generation with all earnings and deductions + </a:t>
            </a:r>
            <a:r>
              <a:rPr lang="en-US" sz="1092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net salary calculation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9747" y="2049343"/>
            <a:ext cx="5676882" cy="3196859"/>
          </a:xfrm>
          <a:custGeom>
            <a:avLst/>
            <a:gdLst/>
            <a:ahLst/>
            <a:cxnLst/>
            <a:rect l="l" t="t" r="r" b="b"/>
            <a:pathLst>
              <a:path w="5676882" h="3196859">
                <a:moveTo>
                  <a:pt x="104058" y="0"/>
                </a:moveTo>
                <a:lnTo>
                  <a:pt x="5572824" y="0"/>
                </a:lnTo>
                <a:cubicBezTo>
                  <a:pt x="5630294" y="0"/>
                  <a:pt x="5676882" y="46588"/>
                  <a:pt x="5676882" y="104058"/>
                </a:cubicBezTo>
                <a:lnTo>
                  <a:pt x="5676882" y="3092801"/>
                </a:lnTo>
                <a:cubicBezTo>
                  <a:pt x="5676882" y="3150271"/>
                  <a:pt x="5630294" y="3196859"/>
                  <a:pt x="5572824" y="3196859"/>
                </a:cubicBezTo>
                <a:lnTo>
                  <a:pt x="104058" y="3196859"/>
                </a:lnTo>
                <a:cubicBezTo>
                  <a:pt x="46588" y="3196859"/>
                  <a:pt x="0" y="3150271"/>
                  <a:pt x="0" y="3092801"/>
                </a:cubicBezTo>
                <a:lnTo>
                  <a:pt x="0" y="104058"/>
                </a:lnTo>
                <a:cubicBezTo>
                  <a:pt x="0" y="46588"/>
                  <a:pt x="46588" y="0"/>
                  <a:pt x="104058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8373" y="2190979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86714" y="173428"/>
                </a:moveTo>
                <a:cubicBezTo>
                  <a:pt x="134573" y="173428"/>
                  <a:pt x="173428" y="134573"/>
                  <a:pt x="173428" y="86714"/>
                </a:cubicBezTo>
                <a:cubicBezTo>
                  <a:pt x="173428" y="38855"/>
                  <a:pt x="134573" y="0"/>
                  <a:pt x="86714" y="0"/>
                </a:cubicBezTo>
                <a:cubicBezTo>
                  <a:pt x="38855" y="0"/>
                  <a:pt x="0" y="38855"/>
                  <a:pt x="0" y="86714"/>
                </a:cubicBezTo>
                <a:cubicBezTo>
                  <a:pt x="0" y="134573"/>
                  <a:pt x="38855" y="173428"/>
                  <a:pt x="86714" y="173428"/>
                </a:cubicBezTo>
                <a:close/>
                <a:moveTo>
                  <a:pt x="78585" y="116522"/>
                </a:moveTo>
                <a:lnTo>
                  <a:pt x="78585" y="94844"/>
                </a:lnTo>
                <a:lnTo>
                  <a:pt x="56906" y="94844"/>
                </a:lnTo>
                <a:cubicBezTo>
                  <a:pt x="52401" y="94844"/>
                  <a:pt x="48777" y="91219"/>
                  <a:pt x="48777" y="86714"/>
                </a:cubicBezTo>
                <a:cubicBezTo>
                  <a:pt x="48777" y="82209"/>
                  <a:pt x="52401" y="78585"/>
                  <a:pt x="56906" y="78585"/>
                </a:cubicBezTo>
                <a:lnTo>
                  <a:pt x="78585" y="78585"/>
                </a:lnTo>
                <a:lnTo>
                  <a:pt x="78585" y="56906"/>
                </a:lnTo>
                <a:cubicBezTo>
                  <a:pt x="78585" y="52401"/>
                  <a:pt x="82209" y="48777"/>
                  <a:pt x="86714" y="48777"/>
                </a:cubicBezTo>
                <a:cubicBezTo>
                  <a:pt x="91219" y="48777"/>
                  <a:pt x="94844" y="52401"/>
                  <a:pt x="94844" y="56906"/>
                </a:cubicBezTo>
                <a:lnTo>
                  <a:pt x="94844" y="78585"/>
                </a:lnTo>
                <a:lnTo>
                  <a:pt x="116522" y="78585"/>
                </a:lnTo>
                <a:cubicBezTo>
                  <a:pt x="121027" y="78585"/>
                  <a:pt x="124651" y="82209"/>
                  <a:pt x="124651" y="86714"/>
                </a:cubicBezTo>
                <a:cubicBezTo>
                  <a:pt x="124651" y="91219"/>
                  <a:pt x="121027" y="94844"/>
                  <a:pt x="116522" y="94844"/>
                </a:cubicBezTo>
                <a:lnTo>
                  <a:pt x="94844" y="94844"/>
                </a:lnTo>
                <a:lnTo>
                  <a:pt x="94844" y="116522"/>
                </a:lnTo>
                <a:cubicBezTo>
                  <a:pt x="94844" y="121027"/>
                  <a:pt x="91219" y="124651"/>
                  <a:pt x="86714" y="124651"/>
                </a:cubicBezTo>
                <a:cubicBezTo>
                  <a:pt x="82209" y="124651"/>
                  <a:pt x="78585" y="121027"/>
                  <a:pt x="78585" y="11652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3479" y="2156293"/>
            <a:ext cx="533291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Earnings Components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6694" y="2503149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3408" y="2607206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34686" y="26014"/>
                </a:moveTo>
                <a:lnTo>
                  <a:pt x="34686" y="21679"/>
                </a:lnTo>
                <a:cubicBezTo>
                  <a:pt x="34686" y="9701"/>
                  <a:pt x="57990" y="0"/>
                  <a:pt x="86714" y="0"/>
                </a:cubicBezTo>
                <a:cubicBezTo>
                  <a:pt x="115438" y="0"/>
                  <a:pt x="138743" y="9701"/>
                  <a:pt x="138743" y="21679"/>
                </a:cubicBezTo>
                <a:lnTo>
                  <a:pt x="138743" y="26014"/>
                </a:lnTo>
                <a:cubicBezTo>
                  <a:pt x="138743" y="34306"/>
                  <a:pt x="127551" y="41514"/>
                  <a:pt x="111102" y="45173"/>
                </a:cubicBezTo>
                <a:cubicBezTo>
                  <a:pt x="110452" y="44414"/>
                  <a:pt x="109775" y="43682"/>
                  <a:pt x="109097" y="43005"/>
                </a:cubicBezTo>
                <a:cubicBezTo>
                  <a:pt x="104897" y="38859"/>
                  <a:pt x="99477" y="35715"/>
                  <a:pt x="93814" y="33385"/>
                </a:cubicBezTo>
                <a:cubicBezTo>
                  <a:pt x="82460" y="28643"/>
                  <a:pt x="67664" y="26041"/>
                  <a:pt x="52028" y="26041"/>
                </a:cubicBezTo>
                <a:cubicBezTo>
                  <a:pt x="46094" y="26041"/>
                  <a:pt x="40295" y="26421"/>
                  <a:pt x="34740" y="27152"/>
                </a:cubicBezTo>
                <a:cubicBezTo>
                  <a:pt x="34686" y="26800"/>
                  <a:pt x="34686" y="26421"/>
                  <a:pt x="34686" y="26041"/>
                </a:cubicBezTo>
                <a:close/>
                <a:moveTo>
                  <a:pt x="117064" y="95656"/>
                </a:moveTo>
                <a:lnTo>
                  <a:pt x="117064" y="83137"/>
                </a:lnTo>
                <a:cubicBezTo>
                  <a:pt x="121156" y="82080"/>
                  <a:pt x="125004" y="80834"/>
                  <a:pt x="128499" y="79370"/>
                </a:cubicBezTo>
                <a:cubicBezTo>
                  <a:pt x="132076" y="77880"/>
                  <a:pt x="135572" y="76065"/>
                  <a:pt x="138743" y="73870"/>
                </a:cubicBezTo>
                <a:lnTo>
                  <a:pt x="138743" y="78043"/>
                </a:lnTo>
                <a:cubicBezTo>
                  <a:pt x="138743" y="85305"/>
                  <a:pt x="130207" y="91727"/>
                  <a:pt x="117064" y="95656"/>
                </a:cubicBezTo>
                <a:close/>
                <a:moveTo>
                  <a:pt x="117064" y="69642"/>
                </a:moveTo>
                <a:lnTo>
                  <a:pt x="117064" y="60700"/>
                </a:lnTo>
                <a:cubicBezTo>
                  <a:pt x="117064" y="59480"/>
                  <a:pt x="116956" y="58315"/>
                  <a:pt x="116793" y="57177"/>
                </a:cubicBezTo>
                <a:cubicBezTo>
                  <a:pt x="120993" y="56120"/>
                  <a:pt x="124922" y="54847"/>
                  <a:pt x="128499" y="53329"/>
                </a:cubicBezTo>
                <a:cubicBezTo>
                  <a:pt x="132076" y="51812"/>
                  <a:pt x="135572" y="50023"/>
                  <a:pt x="138743" y="47828"/>
                </a:cubicBezTo>
                <a:lnTo>
                  <a:pt x="138743" y="52001"/>
                </a:lnTo>
                <a:cubicBezTo>
                  <a:pt x="138743" y="59264"/>
                  <a:pt x="130207" y="65686"/>
                  <a:pt x="117064" y="69615"/>
                </a:cubicBezTo>
                <a:close/>
                <a:moveTo>
                  <a:pt x="0" y="65036"/>
                </a:moveTo>
                <a:lnTo>
                  <a:pt x="0" y="60700"/>
                </a:lnTo>
                <a:cubicBezTo>
                  <a:pt x="0" y="48722"/>
                  <a:pt x="23304" y="39021"/>
                  <a:pt x="52028" y="39021"/>
                </a:cubicBezTo>
                <a:cubicBezTo>
                  <a:pt x="80752" y="39021"/>
                  <a:pt x="104057" y="48722"/>
                  <a:pt x="104057" y="60700"/>
                </a:cubicBezTo>
                <a:lnTo>
                  <a:pt x="104057" y="65036"/>
                </a:lnTo>
                <a:cubicBezTo>
                  <a:pt x="104057" y="77013"/>
                  <a:pt x="80752" y="86714"/>
                  <a:pt x="52028" y="86714"/>
                </a:cubicBezTo>
                <a:cubicBezTo>
                  <a:pt x="23304" y="86714"/>
                  <a:pt x="0" y="77013"/>
                  <a:pt x="0" y="65036"/>
                </a:cubicBezTo>
                <a:close/>
                <a:moveTo>
                  <a:pt x="104057" y="91050"/>
                </a:moveTo>
                <a:cubicBezTo>
                  <a:pt x="104057" y="103027"/>
                  <a:pt x="80752" y="112728"/>
                  <a:pt x="52028" y="112728"/>
                </a:cubicBezTo>
                <a:cubicBezTo>
                  <a:pt x="23304" y="112728"/>
                  <a:pt x="0" y="103027"/>
                  <a:pt x="0" y="91050"/>
                </a:cubicBezTo>
                <a:lnTo>
                  <a:pt x="0" y="86877"/>
                </a:lnTo>
                <a:cubicBezTo>
                  <a:pt x="3143" y="89072"/>
                  <a:pt x="6639" y="90860"/>
                  <a:pt x="10243" y="92378"/>
                </a:cubicBezTo>
                <a:cubicBezTo>
                  <a:pt x="21597" y="97120"/>
                  <a:pt x="36393" y="99721"/>
                  <a:pt x="52028" y="99721"/>
                </a:cubicBezTo>
                <a:cubicBezTo>
                  <a:pt x="67664" y="99721"/>
                  <a:pt x="82460" y="97093"/>
                  <a:pt x="93814" y="92378"/>
                </a:cubicBezTo>
                <a:cubicBezTo>
                  <a:pt x="97391" y="90887"/>
                  <a:pt x="100886" y="89072"/>
                  <a:pt x="104057" y="86877"/>
                </a:cubicBezTo>
                <a:lnTo>
                  <a:pt x="104057" y="91050"/>
                </a:lnTo>
                <a:close/>
                <a:moveTo>
                  <a:pt x="104057" y="112891"/>
                </a:moveTo>
                <a:lnTo>
                  <a:pt x="104057" y="117064"/>
                </a:lnTo>
                <a:cubicBezTo>
                  <a:pt x="104057" y="129041"/>
                  <a:pt x="80752" y="138743"/>
                  <a:pt x="52028" y="138743"/>
                </a:cubicBezTo>
                <a:cubicBezTo>
                  <a:pt x="23304" y="138743"/>
                  <a:pt x="0" y="129041"/>
                  <a:pt x="0" y="117064"/>
                </a:cubicBezTo>
                <a:lnTo>
                  <a:pt x="0" y="112891"/>
                </a:lnTo>
                <a:cubicBezTo>
                  <a:pt x="3143" y="115086"/>
                  <a:pt x="6639" y="116874"/>
                  <a:pt x="10243" y="118392"/>
                </a:cubicBezTo>
                <a:cubicBezTo>
                  <a:pt x="21597" y="123134"/>
                  <a:pt x="36393" y="125735"/>
                  <a:pt x="52028" y="125735"/>
                </a:cubicBezTo>
                <a:cubicBezTo>
                  <a:pt x="67664" y="125735"/>
                  <a:pt x="82460" y="123107"/>
                  <a:pt x="93814" y="118392"/>
                </a:cubicBezTo>
                <a:cubicBezTo>
                  <a:pt x="97391" y="116901"/>
                  <a:pt x="100886" y="115086"/>
                  <a:pt x="104057" y="11289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6859" y="2572521"/>
            <a:ext cx="86313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Salary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4098" y="2589863"/>
            <a:ext cx="676370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Slab-based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6694" y="2884691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3408" y="2988748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17316" y="3902"/>
                </a:moveTo>
                <a:cubicBezTo>
                  <a:pt x="17099" y="1680"/>
                  <a:pt x="15229" y="0"/>
                  <a:pt x="13007" y="0"/>
                </a:cubicBezTo>
                <a:cubicBezTo>
                  <a:pt x="10785" y="0"/>
                  <a:pt x="8915" y="1680"/>
                  <a:pt x="8671" y="3875"/>
                </a:cubicBezTo>
                <a:lnTo>
                  <a:pt x="4851" y="40566"/>
                </a:lnTo>
                <a:cubicBezTo>
                  <a:pt x="4498" y="42192"/>
                  <a:pt x="4336" y="43845"/>
                  <a:pt x="4336" y="45498"/>
                </a:cubicBezTo>
                <a:cubicBezTo>
                  <a:pt x="4336" y="57936"/>
                  <a:pt x="13847" y="68152"/>
                  <a:pt x="26014" y="69263"/>
                </a:cubicBezTo>
                <a:lnTo>
                  <a:pt x="26014" y="130071"/>
                </a:lnTo>
                <a:cubicBezTo>
                  <a:pt x="26014" y="134867"/>
                  <a:pt x="29889" y="138743"/>
                  <a:pt x="34686" y="138743"/>
                </a:cubicBezTo>
                <a:cubicBezTo>
                  <a:pt x="39482" y="138743"/>
                  <a:pt x="43357" y="134867"/>
                  <a:pt x="43357" y="130071"/>
                </a:cubicBezTo>
                <a:lnTo>
                  <a:pt x="43357" y="69263"/>
                </a:lnTo>
                <a:cubicBezTo>
                  <a:pt x="55524" y="68152"/>
                  <a:pt x="65036" y="57936"/>
                  <a:pt x="65036" y="45498"/>
                </a:cubicBezTo>
                <a:cubicBezTo>
                  <a:pt x="65036" y="43845"/>
                  <a:pt x="64873" y="42192"/>
                  <a:pt x="64521" y="40566"/>
                </a:cubicBezTo>
                <a:lnTo>
                  <a:pt x="60673" y="3875"/>
                </a:lnTo>
                <a:cubicBezTo>
                  <a:pt x="60456" y="1680"/>
                  <a:pt x="58586" y="0"/>
                  <a:pt x="56364" y="0"/>
                </a:cubicBezTo>
                <a:cubicBezTo>
                  <a:pt x="54142" y="0"/>
                  <a:pt x="52272" y="1680"/>
                  <a:pt x="52056" y="3902"/>
                </a:cubicBezTo>
                <a:lnTo>
                  <a:pt x="48370" y="40620"/>
                </a:lnTo>
                <a:cubicBezTo>
                  <a:pt x="48208" y="42165"/>
                  <a:pt x="46907" y="43357"/>
                  <a:pt x="45362" y="43357"/>
                </a:cubicBezTo>
                <a:cubicBezTo>
                  <a:pt x="43791" y="43357"/>
                  <a:pt x="42490" y="42165"/>
                  <a:pt x="42327" y="40593"/>
                </a:cubicBezTo>
                <a:lnTo>
                  <a:pt x="38994" y="3956"/>
                </a:lnTo>
                <a:cubicBezTo>
                  <a:pt x="38805" y="1707"/>
                  <a:pt x="36935" y="0"/>
                  <a:pt x="34686" y="0"/>
                </a:cubicBezTo>
                <a:cubicBezTo>
                  <a:pt x="32436" y="0"/>
                  <a:pt x="30567" y="1707"/>
                  <a:pt x="30377" y="3956"/>
                </a:cubicBezTo>
                <a:lnTo>
                  <a:pt x="27044" y="40593"/>
                </a:lnTo>
                <a:cubicBezTo>
                  <a:pt x="26908" y="42165"/>
                  <a:pt x="25581" y="43357"/>
                  <a:pt x="24009" y="43357"/>
                </a:cubicBezTo>
                <a:cubicBezTo>
                  <a:pt x="22437" y="43357"/>
                  <a:pt x="21137" y="42165"/>
                  <a:pt x="21001" y="40620"/>
                </a:cubicBezTo>
                <a:lnTo>
                  <a:pt x="17316" y="3902"/>
                </a:lnTo>
                <a:close/>
                <a:moveTo>
                  <a:pt x="121400" y="0"/>
                </a:moveTo>
                <a:cubicBezTo>
                  <a:pt x="117064" y="0"/>
                  <a:pt x="86714" y="8671"/>
                  <a:pt x="86714" y="47693"/>
                </a:cubicBezTo>
                <a:lnTo>
                  <a:pt x="86714" y="78043"/>
                </a:lnTo>
                <a:cubicBezTo>
                  <a:pt x="86714" y="87608"/>
                  <a:pt x="94491" y="95385"/>
                  <a:pt x="104057" y="95385"/>
                </a:cubicBezTo>
                <a:lnTo>
                  <a:pt x="112728" y="95385"/>
                </a:lnTo>
                <a:lnTo>
                  <a:pt x="112728" y="130071"/>
                </a:lnTo>
                <a:cubicBezTo>
                  <a:pt x="112728" y="134867"/>
                  <a:pt x="116603" y="138743"/>
                  <a:pt x="121400" y="138743"/>
                </a:cubicBezTo>
                <a:cubicBezTo>
                  <a:pt x="126196" y="138743"/>
                  <a:pt x="130071" y="134867"/>
                  <a:pt x="130071" y="130071"/>
                </a:cubicBezTo>
                <a:lnTo>
                  <a:pt x="130071" y="8671"/>
                </a:lnTo>
                <a:cubicBezTo>
                  <a:pt x="130071" y="3875"/>
                  <a:pt x="126196" y="0"/>
                  <a:pt x="1214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859" y="2954063"/>
            <a:ext cx="1079917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Allowance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51418" y="2971405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6694" y="3266233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0751" y="3370290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7343" y="0"/>
                </a:moveTo>
                <a:cubicBezTo>
                  <a:pt x="7777" y="0"/>
                  <a:pt x="0" y="7777"/>
                  <a:pt x="0" y="17343"/>
                </a:cubicBezTo>
                <a:lnTo>
                  <a:pt x="0" y="121400"/>
                </a:lnTo>
                <a:cubicBezTo>
                  <a:pt x="0" y="130965"/>
                  <a:pt x="7777" y="138743"/>
                  <a:pt x="17343" y="138743"/>
                </a:cubicBezTo>
                <a:lnTo>
                  <a:pt x="86714" y="138743"/>
                </a:lnTo>
                <a:cubicBezTo>
                  <a:pt x="96280" y="138743"/>
                  <a:pt x="104057" y="130965"/>
                  <a:pt x="104057" y="121400"/>
                </a:cubicBezTo>
                <a:lnTo>
                  <a:pt x="104057" y="17343"/>
                </a:lnTo>
                <a:cubicBezTo>
                  <a:pt x="104057" y="7777"/>
                  <a:pt x="96280" y="0"/>
                  <a:pt x="86714" y="0"/>
                </a:cubicBezTo>
                <a:lnTo>
                  <a:pt x="17343" y="0"/>
                </a:lnTo>
                <a:close/>
                <a:moveTo>
                  <a:pt x="47693" y="95385"/>
                </a:moveTo>
                <a:lnTo>
                  <a:pt x="56364" y="95385"/>
                </a:lnTo>
                <a:cubicBezTo>
                  <a:pt x="61161" y="95385"/>
                  <a:pt x="65036" y="99261"/>
                  <a:pt x="65036" y="104057"/>
                </a:cubicBezTo>
                <a:lnTo>
                  <a:pt x="65036" y="125735"/>
                </a:lnTo>
                <a:lnTo>
                  <a:pt x="39021" y="125735"/>
                </a:lnTo>
                <a:lnTo>
                  <a:pt x="39021" y="104057"/>
                </a:lnTo>
                <a:cubicBezTo>
                  <a:pt x="39021" y="99261"/>
                  <a:pt x="42896" y="95385"/>
                  <a:pt x="47693" y="95385"/>
                </a:cubicBezTo>
                <a:close/>
                <a:moveTo>
                  <a:pt x="26014" y="30350"/>
                </a:moveTo>
                <a:cubicBezTo>
                  <a:pt x="26014" y="27965"/>
                  <a:pt x="27965" y="26014"/>
                  <a:pt x="30350" y="26014"/>
                </a:cubicBezTo>
                <a:lnTo>
                  <a:pt x="39021" y="26014"/>
                </a:lnTo>
                <a:cubicBezTo>
                  <a:pt x="41406" y="26014"/>
                  <a:pt x="43357" y="27965"/>
                  <a:pt x="43357" y="30350"/>
                </a:cubicBezTo>
                <a:lnTo>
                  <a:pt x="43357" y="39021"/>
                </a:lnTo>
                <a:cubicBezTo>
                  <a:pt x="43357" y="41406"/>
                  <a:pt x="41406" y="43357"/>
                  <a:pt x="39021" y="43357"/>
                </a:cubicBezTo>
                <a:lnTo>
                  <a:pt x="30350" y="43357"/>
                </a:lnTo>
                <a:cubicBezTo>
                  <a:pt x="27965" y="43357"/>
                  <a:pt x="26014" y="41406"/>
                  <a:pt x="26014" y="39021"/>
                </a:cubicBezTo>
                <a:lnTo>
                  <a:pt x="26014" y="30350"/>
                </a:lnTo>
                <a:close/>
                <a:moveTo>
                  <a:pt x="65036" y="26014"/>
                </a:moveTo>
                <a:lnTo>
                  <a:pt x="73707" y="26014"/>
                </a:lnTo>
                <a:cubicBezTo>
                  <a:pt x="76092" y="26014"/>
                  <a:pt x="78043" y="27965"/>
                  <a:pt x="78043" y="30350"/>
                </a:cubicBezTo>
                <a:lnTo>
                  <a:pt x="78043" y="39021"/>
                </a:lnTo>
                <a:cubicBezTo>
                  <a:pt x="78043" y="41406"/>
                  <a:pt x="76092" y="43357"/>
                  <a:pt x="73707" y="43357"/>
                </a:cubicBezTo>
                <a:lnTo>
                  <a:pt x="65036" y="43357"/>
                </a:lnTo>
                <a:cubicBezTo>
                  <a:pt x="62651" y="43357"/>
                  <a:pt x="60700" y="41406"/>
                  <a:pt x="60700" y="39021"/>
                </a:cubicBezTo>
                <a:lnTo>
                  <a:pt x="60700" y="30350"/>
                </a:lnTo>
                <a:cubicBezTo>
                  <a:pt x="60700" y="27965"/>
                  <a:pt x="62651" y="26014"/>
                  <a:pt x="65036" y="26014"/>
                </a:cubicBezTo>
                <a:close/>
                <a:moveTo>
                  <a:pt x="26014" y="65036"/>
                </a:moveTo>
                <a:cubicBezTo>
                  <a:pt x="26014" y="62651"/>
                  <a:pt x="27965" y="60700"/>
                  <a:pt x="30350" y="60700"/>
                </a:cubicBezTo>
                <a:lnTo>
                  <a:pt x="39021" y="60700"/>
                </a:lnTo>
                <a:cubicBezTo>
                  <a:pt x="41406" y="60700"/>
                  <a:pt x="43357" y="62651"/>
                  <a:pt x="43357" y="65036"/>
                </a:cubicBezTo>
                <a:lnTo>
                  <a:pt x="43357" y="73707"/>
                </a:lnTo>
                <a:cubicBezTo>
                  <a:pt x="43357" y="76092"/>
                  <a:pt x="41406" y="78043"/>
                  <a:pt x="39021" y="78043"/>
                </a:cubicBezTo>
                <a:lnTo>
                  <a:pt x="30350" y="78043"/>
                </a:lnTo>
                <a:cubicBezTo>
                  <a:pt x="27965" y="78043"/>
                  <a:pt x="26014" y="76092"/>
                  <a:pt x="26014" y="73707"/>
                </a:cubicBezTo>
                <a:lnTo>
                  <a:pt x="26014" y="65036"/>
                </a:lnTo>
                <a:close/>
                <a:moveTo>
                  <a:pt x="65036" y="60700"/>
                </a:moveTo>
                <a:lnTo>
                  <a:pt x="73707" y="60700"/>
                </a:lnTo>
                <a:cubicBezTo>
                  <a:pt x="76092" y="60700"/>
                  <a:pt x="78043" y="62651"/>
                  <a:pt x="78043" y="65036"/>
                </a:cubicBezTo>
                <a:lnTo>
                  <a:pt x="78043" y="73707"/>
                </a:lnTo>
                <a:cubicBezTo>
                  <a:pt x="78043" y="76092"/>
                  <a:pt x="76092" y="78043"/>
                  <a:pt x="73707" y="78043"/>
                </a:cubicBezTo>
                <a:lnTo>
                  <a:pt x="65036" y="78043"/>
                </a:lnTo>
                <a:cubicBezTo>
                  <a:pt x="62651" y="78043"/>
                  <a:pt x="60700" y="76092"/>
                  <a:pt x="60700" y="73707"/>
                </a:cubicBezTo>
                <a:lnTo>
                  <a:pt x="60700" y="65036"/>
                </a:lnTo>
                <a:cubicBezTo>
                  <a:pt x="60700" y="62651"/>
                  <a:pt x="62651" y="60700"/>
                  <a:pt x="65036" y="6070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6859" y="3335605"/>
            <a:ext cx="119264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Station Allowance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51418" y="3352947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6694" y="3647775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4737" y="3751832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95385" y="71539"/>
                </a:moveTo>
                <a:lnTo>
                  <a:pt x="95385" y="17343"/>
                </a:lnTo>
                <a:cubicBezTo>
                  <a:pt x="95385" y="12546"/>
                  <a:pt x="91510" y="8671"/>
                  <a:pt x="86714" y="8671"/>
                </a:cubicBezTo>
                <a:lnTo>
                  <a:pt x="69371" y="8671"/>
                </a:lnTo>
                <a:cubicBezTo>
                  <a:pt x="64575" y="8671"/>
                  <a:pt x="60700" y="12546"/>
                  <a:pt x="60700" y="17343"/>
                </a:cubicBezTo>
                <a:lnTo>
                  <a:pt x="60700" y="71539"/>
                </a:lnTo>
                <a:cubicBezTo>
                  <a:pt x="60700" y="75143"/>
                  <a:pt x="57800" y="78043"/>
                  <a:pt x="54196" y="78043"/>
                </a:cubicBezTo>
                <a:cubicBezTo>
                  <a:pt x="50592" y="78043"/>
                  <a:pt x="47693" y="75143"/>
                  <a:pt x="47693" y="71539"/>
                </a:cubicBezTo>
                <a:lnTo>
                  <a:pt x="47693" y="21164"/>
                </a:lnTo>
                <a:cubicBezTo>
                  <a:pt x="24388" y="29754"/>
                  <a:pt x="8671" y="51974"/>
                  <a:pt x="8671" y="78043"/>
                </a:cubicBezTo>
                <a:lnTo>
                  <a:pt x="8671" y="95385"/>
                </a:lnTo>
                <a:lnTo>
                  <a:pt x="147414" y="95385"/>
                </a:lnTo>
                <a:lnTo>
                  <a:pt x="147414" y="78043"/>
                </a:lnTo>
                <a:cubicBezTo>
                  <a:pt x="147143" y="52245"/>
                  <a:pt x="131589" y="29889"/>
                  <a:pt x="108393" y="21191"/>
                </a:cubicBezTo>
                <a:lnTo>
                  <a:pt x="108393" y="71539"/>
                </a:lnTo>
                <a:cubicBezTo>
                  <a:pt x="108393" y="75143"/>
                  <a:pt x="105493" y="78043"/>
                  <a:pt x="101889" y="78043"/>
                </a:cubicBezTo>
                <a:cubicBezTo>
                  <a:pt x="98285" y="78043"/>
                  <a:pt x="95385" y="75143"/>
                  <a:pt x="95385" y="71539"/>
                </a:cubicBezTo>
                <a:close/>
                <a:moveTo>
                  <a:pt x="10839" y="108393"/>
                </a:moveTo>
                <a:cubicBezTo>
                  <a:pt x="4851" y="108393"/>
                  <a:pt x="0" y="113243"/>
                  <a:pt x="0" y="119232"/>
                </a:cubicBezTo>
                <a:cubicBezTo>
                  <a:pt x="0" y="125221"/>
                  <a:pt x="4851" y="130071"/>
                  <a:pt x="10839" y="130071"/>
                </a:cubicBezTo>
                <a:lnTo>
                  <a:pt x="145246" y="130071"/>
                </a:lnTo>
                <a:cubicBezTo>
                  <a:pt x="151235" y="130071"/>
                  <a:pt x="156085" y="125221"/>
                  <a:pt x="156085" y="119232"/>
                </a:cubicBezTo>
                <a:cubicBezTo>
                  <a:pt x="156085" y="113243"/>
                  <a:pt x="151235" y="108393"/>
                  <a:pt x="145246" y="108393"/>
                </a:cubicBezTo>
                <a:lnTo>
                  <a:pt x="10839" y="108393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6859" y="3717146"/>
            <a:ext cx="131404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Hardship Allowance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40873" y="3734489"/>
            <a:ext cx="66769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6694" y="4029317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3408" y="4133374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36637" y="31813"/>
                </a:moveTo>
                <a:lnTo>
                  <a:pt x="29564" y="52028"/>
                </a:lnTo>
                <a:lnTo>
                  <a:pt x="109178" y="52028"/>
                </a:lnTo>
                <a:lnTo>
                  <a:pt x="102106" y="31813"/>
                </a:lnTo>
                <a:cubicBezTo>
                  <a:pt x="100886" y="28345"/>
                  <a:pt x="97608" y="26014"/>
                  <a:pt x="93922" y="26014"/>
                </a:cubicBezTo>
                <a:lnTo>
                  <a:pt x="44820" y="26014"/>
                </a:lnTo>
                <a:cubicBezTo>
                  <a:pt x="41135" y="26014"/>
                  <a:pt x="37856" y="28345"/>
                  <a:pt x="36637" y="31813"/>
                </a:cubicBezTo>
                <a:close/>
                <a:moveTo>
                  <a:pt x="10731" y="53329"/>
                </a:moveTo>
                <a:lnTo>
                  <a:pt x="20269" y="26096"/>
                </a:lnTo>
                <a:cubicBezTo>
                  <a:pt x="23928" y="15663"/>
                  <a:pt x="33764" y="8671"/>
                  <a:pt x="44820" y="8671"/>
                </a:cubicBezTo>
                <a:lnTo>
                  <a:pt x="93922" y="8671"/>
                </a:lnTo>
                <a:cubicBezTo>
                  <a:pt x="104978" y="8671"/>
                  <a:pt x="114815" y="15663"/>
                  <a:pt x="118473" y="26096"/>
                </a:cubicBezTo>
                <a:lnTo>
                  <a:pt x="128012" y="53329"/>
                </a:lnTo>
                <a:cubicBezTo>
                  <a:pt x="134298" y="55931"/>
                  <a:pt x="138743" y="62136"/>
                  <a:pt x="138743" y="69371"/>
                </a:cubicBezTo>
                <a:lnTo>
                  <a:pt x="138743" y="121400"/>
                </a:lnTo>
                <a:cubicBezTo>
                  <a:pt x="138743" y="126196"/>
                  <a:pt x="134867" y="130071"/>
                  <a:pt x="130071" y="130071"/>
                </a:cubicBezTo>
                <a:lnTo>
                  <a:pt x="121400" y="130071"/>
                </a:lnTo>
                <a:cubicBezTo>
                  <a:pt x="116603" y="130071"/>
                  <a:pt x="112728" y="126196"/>
                  <a:pt x="112728" y="121400"/>
                </a:cubicBezTo>
                <a:lnTo>
                  <a:pt x="112728" y="112728"/>
                </a:lnTo>
                <a:lnTo>
                  <a:pt x="26014" y="112728"/>
                </a:lnTo>
                <a:lnTo>
                  <a:pt x="26014" y="121400"/>
                </a:lnTo>
                <a:cubicBezTo>
                  <a:pt x="26014" y="126196"/>
                  <a:pt x="22139" y="130071"/>
                  <a:pt x="17343" y="130071"/>
                </a:cubicBezTo>
                <a:lnTo>
                  <a:pt x="8671" y="130071"/>
                </a:lnTo>
                <a:cubicBezTo>
                  <a:pt x="3875" y="130071"/>
                  <a:pt x="0" y="126196"/>
                  <a:pt x="0" y="121400"/>
                </a:cubicBezTo>
                <a:lnTo>
                  <a:pt x="0" y="69371"/>
                </a:lnTo>
                <a:cubicBezTo>
                  <a:pt x="0" y="62136"/>
                  <a:pt x="4444" y="55931"/>
                  <a:pt x="10731" y="53329"/>
                </a:cubicBezTo>
                <a:close/>
                <a:moveTo>
                  <a:pt x="34686" y="82378"/>
                </a:moveTo>
                <a:cubicBezTo>
                  <a:pt x="34686" y="77592"/>
                  <a:pt x="30800" y="73707"/>
                  <a:pt x="26014" y="73707"/>
                </a:cubicBezTo>
                <a:cubicBezTo>
                  <a:pt x="21228" y="73707"/>
                  <a:pt x="17343" y="77592"/>
                  <a:pt x="17343" y="82378"/>
                </a:cubicBezTo>
                <a:cubicBezTo>
                  <a:pt x="17343" y="87164"/>
                  <a:pt x="21228" y="91050"/>
                  <a:pt x="26014" y="91050"/>
                </a:cubicBezTo>
                <a:cubicBezTo>
                  <a:pt x="30800" y="91050"/>
                  <a:pt x="34686" y="87164"/>
                  <a:pt x="34686" y="82378"/>
                </a:cubicBezTo>
                <a:close/>
                <a:moveTo>
                  <a:pt x="112728" y="91050"/>
                </a:moveTo>
                <a:cubicBezTo>
                  <a:pt x="117514" y="91050"/>
                  <a:pt x="121400" y="87164"/>
                  <a:pt x="121400" y="82378"/>
                </a:cubicBezTo>
                <a:cubicBezTo>
                  <a:pt x="121400" y="77592"/>
                  <a:pt x="117514" y="73707"/>
                  <a:pt x="112728" y="73707"/>
                </a:cubicBezTo>
                <a:cubicBezTo>
                  <a:pt x="107942" y="73707"/>
                  <a:pt x="104057" y="77592"/>
                  <a:pt x="104057" y="82378"/>
                </a:cubicBezTo>
                <a:cubicBezTo>
                  <a:pt x="104057" y="87164"/>
                  <a:pt x="107942" y="91050"/>
                  <a:pt x="112728" y="9105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6859" y="4098688"/>
            <a:ext cx="86313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Conveyance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1418" y="4116031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6694" y="4410859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3408" y="4514916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52028" y="15175"/>
                </a:moveTo>
                <a:lnTo>
                  <a:pt x="52028" y="26014"/>
                </a:lnTo>
                <a:lnTo>
                  <a:pt x="86714" y="26014"/>
                </a:lnTo>
                <a:lnTo>
                  <a:pt x="86714" y="15175"/>
                </a:lnTo>
                <a:cubicBezTo>
                  <a:pt x="86714" y="13983"/>
                  <a:pt x="85739" y="13007"/>
                  <a:pt x="84546" y="13007"/>
                </a:cubicBezTo>
                <a:lnTo>
                  <a:pt x="54196" y="13007"/>
                </a:lnTo>
                <a:cubicBezTo>
                  <a:pt x="53004" y="13007"/>
                  <a:pt x="52028" y="13983"/>
                  <a:pt x="52028" y="15175"/>
                </a:cubicBezTo>
                <a:close/>
                <a:moveTo>
                  <a:pt x="39021" y="17343"/>
                </a:moveTo>
                <a:lnTo>
                  <a:pt x="39021" y="15175"/>
                </a:lnTo>
                <a:cubicBezTo>
                  <a:pt x="39021" y="6802"/>
                  <a:pt x="45823" y="0"/>
                  <a:pt x="54196" y="0"/>
                </a:cubicBezTo>
                <a:lnTo>
                  <a:pt x="84546" y="0"/>
                </a:lnTo>
                <a:cubicBezTo>
                  <a:pt x="92920" y="0"/>
                  <a:pt x="99721" y="6802"/>
                  <a:pt x="99721" y="15175"/>
                </a:cubicBezTo>
                <a:lnTo>
                  <a:pt x="99721" y="130071"/>
                </a:lnTo>
                <a:lnTo>
                  <a:pt x="39021" y="130071"/>
                </a:lnTo>
                <a:lnTo>
                  <a:pt x="39021" y="17343"/>
                </a:lnTo>
                <a:close/>
                <a:moveTo>
                  <a:pt x="26014" y="47693"/>
                </a:moveTo>
                <a:lnTo>
                  <a:pt x="26014" y="130071"/>
                </a:lnTo>
                <a:lnTo>
                  <a:pt x="17343" y="130071"/>
                </a:lnTo>
                <a:cubicBezTo>
                  <a:pt x="7777" y="130071"/>
                  <a:pt x="0" y="122294"/>
                  <a:pt x="0" y="112728"/>
                </a:cubicBezTo>
                <a:lnTo>
                  <a:pt x="0" y="43357"/>
                </a:lnTo>
                <a:cubicBezTo>
                  <a:pt x="0" y="33791"/>
                  <a:pt x="7777" y="26014"/>
                  <a:pt x="17343" y="26014"/>
                </a:cubicBezTo>
                <a:lnTo>
                  <a:pt x="26014" y="26014"/>
                </a:lnTo>
                <a:lnTo>
                  <a:pt x="26014" y="47693"/>
                </a:lnTo>
                <a:close/>
                <a:moveTo>
                  <a:pt x="112728" y="130071"/>
                </a:moveTo>
                <a:lnTo>
                  <a:pt x="112728" y="26014"/>
                </a:lnTo>
                <a:lnTo>
                  <a:pt x="121400" y="26014"/>
                </a:lnTo>
                <a:cubicBezTo>
                  <a:pt x="130965" y="26014"/>
                  <a:pt x="138743" y="33791"/>
                  <a:pt x="138743" y="43357"/>
                </a:cubicBezTo>
                <a:lnTo>
                  <a:pt x="138743" y="112728"/>
                </a:lnTo>
                <a:cubicBezTo>
                  <a:pt x="138743" y="122294"/>
                  <a:pt x="130965" y="130071"/>
                  <a:pt x="121400" y="130071"/>
                </a:cubicBezTo>
                <a:lnTo>
                  <a:pt x="112728" y="130071"/>
                </a:lnTo>
                <a:close/>
                <a:moveTo>
                  <a:pt x="66119" y="56364"/>
                </a:moveTo>
                <a:cubicBezTo>
                  <a:pt x="63735" y="56364"/>
                  <a:pt x="61784" y="58315"/>
                  <a:pt x="61784" y="60700"/>
                </a:cubicBezTo>
                <a:lnTo>
                  <a:pt x="61784" y="70455"/>
                </a:lnTo>
                <a:lnTo>
                  <a:pt x="52028" y="70455"/>
                </a:lnTo>
                <a:cubicBezTo>
                  <a:pt x="49644" y="70455"/>
                  <a:pt x="47693" y="72406"/>
                  <a:pt x="47693" y="74791"/>
                </a:cubicBezTo>
                <a:lnTo>
                  <a:pt x="47693" y="81294"/>
                </a:lnTo>
                <a:cubicBezTo>
                  <a:pt x="47693" y="83679"/>
                  <a:pt x="49644" y="85630"/>
                  <a:pt x="52028" y="85630"/>
                </a:cubicBezTo>
                <a:lnTo>
                  <a:pt x="61784" y="85630"/>
                </a:lnTo>
                <a:lnTo>
                  <a:pt x="61784" y="95385"/>
                </a:lnTo>
                <a:cubicBezTo>
                  <a:pt x="61784" y="97770"/>
                  <a:pt x="63735" y="99721"/>
                  <a:pt x="66119" y="99721"/>
                </a:cubicBezTo>
                <a:lnTo>
                  <a:pt x="72623" y="99721"/>
                </a:lnTo>
                <a:cubicBezTo>
                  <a:pt x="75008" y="99721"/>
                  <a:pt x="76959" y="97770"/>
                  <a:pt x="76959" y="95385"/>
                </a:cubicBezTo>
                <a:lnTo>
                  <a:pt x="76959" y="85630"/>
                </a:lnTo>
                <a:lnTo>
                  <a:pt x="86714" y="85630"/>
                </a:lnTo>
                <a:cubicBezTo>
                  <a:pt x="89099" y="85630"/>
                  <a:pt x="91050" y="83679"/>
                  <a:pt x="91050" y="81294"/>
                </a:cubicBezTo>
                <a:lnTo>
                  <a:pt x="91050" y="74791"/>
                </a:lnTo>
                <a:cubicBezTo>
                  <a:pt x="91050" y="72406"/>
                  <a:pt x="89099" y="70455"/>
                  <a:pt x="86714" y="70455"/>
                </a:cubicBezTo>
                <a:lnTo>
                  <a:pt x="76959" y="70455"/>
                </a:lnTo>
                <a:lnTo>
                  <a:pt x="76959" y="60700"/>
                </a:lnTo>
                <a:cubicBezTo>
                  <a:pt x="76959" y="58315"/>
                  <a:pt x="75008" y="56364"/>
                  <a:pt x="72623" y="56364"/>
                </a:cubicBezTo>
                <a:lnTo>
                  <a:pt x="66119" y="56364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6859" y="4480230"/>
            <a:ext cx="1244674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Allowance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51418" y="4497573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6694" y="4792401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3408" y="4896458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87121" y="18644"/>
                </a:moveTo>
                <a:cubicBezTo>
                  <a:pt x="89180" y="15148"/>
                  <a:pt x="92920" y="13007"/>
                  <a:pt x="96957" y="13007"/>
                </a:cubicBezTo>
                <a:lnTo>
                  <a:pt x="97553" y="13007"/>
                </a:lnTo>
                <a:cubicBezTo>
                  <a:pt x="103542" y="13007"/>
                  <a:pt x="108393" y="17858"/>
                  <a:pt x="108393" y="23846"/>
                </a:cubicBezTo>
                <a:cubicBezTo>
                  <a:pt x="108393" y="29835"/>
                  <a:pt x="103542" y="34686"/>
                  <a:pt x="97553" y="34686"/>
                </a:cubicBezTo>
                <a:lnTo>
                  <a:pt x="77690" y="34686"/>
                </a:lnTo>
                <a:lnTo>
                  <a:pt x="87121" y="18644"/>
                </a:lnTo>
                <a:close/>
                <a:moveTo>
                  <a:pt x="51622" y="18644"/>
                </a:moveTo>
                <a:lnTo>
                  <a:pt x="61052" y="34686"/>
                </a:lnTo>
                <a:lnTo>
                  <a:pt x="41189" y="34686"/>
                </a:lnTo>
                <a:cubicBezTo>
                  <a:pt x="35200" y="34686"/>
                  <a:pt x="30350" y="29835"/>
                  <a:pt x="30350" y="23846"/>
                </a:cubicBezTo>
                <a:cubicBezTo>
                  <a:pt x="30350" y="17858"/>
                  <a:pt x="35200" y="13007"/>
                  <a:pt x="41189" y="13007"/>
                </a:cubicBezTo>
                <a:lnTo>
                  <a:pt x="41785" y="13007"/>
                </a:lnTo>
                <a:cubicBezTo>
                  <a:pt x="45823" y="13007"/>
                  <a:pt x="49590" y="15148"/>
                  <a:pt x="51622" y="18644"/>
                </a:cubicBezTo>
                <a:close/>
                <a:moveTo>
                  <a:pt x="75902" y="12059"/>
                </a:moveTo>
                <a:lnTo>
                  <a:pt x="69371" y="23169"/>
                </a:lnTo>
                <a:lnTo>
                  <a:pt x="62841" y="12059"/>
                </a:lnTo>
                <a:cubicBezTo>
                  <a:pt x="58451" y="4580"/>
                  <a:pt x="50430" y="0"/>
                  <a:pt x="41785" y="0"/>
                </a:cubicBezTo>
                <a:lnTo>
                  <a:pt x="41189" y="0"/>
                </a:lnTo>
                <a:cubicBezTo>
                  <a:pt x="28019" y="0"/>
                  <a:pt x="17343" y="10677"/>
                  <a:pt x="17343" y="23846"/>
                </a:cubicBezTo>
                <a:cubicBezTo>
                  <a:pt x="17343" y="27749"/>
                  <a:pt x="18291" y="31434"/>
                  <a:pt x="19944" y="34686"/>
                </a:cubicBezTo>
                <a:lnTo>
                  <a:pt x="8671" y="34686"/>
                </a:lnTo>
                <a:cubicBezTo>
                  <a:pt x="3875" y="34686"/>
                  <a:pt x="0" y="38561"/>
                  <a:pt x="0" y="43357"/>
                </a:cubicBezTo>
                <a:lnTo>
                  <a:pt x="0" y="52028"/>
                </a:lnTo>
                <a:cubicBezTo>
                  <a:pt x="0" y="56825"/>
                  <a:pt x="3875" y="60700"/>
                  <a:pt x="8671" y="60700"/>
                </a:cubicBezTo>
                <a:lnTo>
                  <a:pt x="130071" y="60700"/>
                </a:lnTo>
                <a:cubicBezTo>
                  <a:pt x="134867" y="60700"/>
                  <a:pt x="138743" y="56825"/>
                  <a:pt x="138743" y="52028"/>
                </a:cubicBezTo>
                <a:lnTo>
                  <a:pt x="138743" y="43357"/>
                </a:lnTo>
                <a:cubicBezTo>
                  <a:pt x="138743" y="38561"/>
                  <a:pt x="134867" y="34686"/>
                  <a:pt x="130071" y="34686"/>
                </a:cubicBezTo>
                <a:lnTo>
                  <a:pt x="118798" y="34686"/>
                </a:lnTo>
                <a:cubicBezTo>
                  <a:pt x="120451" y="31434"/>
                  <a:pt x="121400" y="27749"/>
                  <a:pt x="121400" y="23846"/>
                </a:cubicBezTo>
                <a:cubicBezTo>
                  <a:pt x="121400" y="10677"/>
                  <a:pt x="110723" y="0"/>
                  <a:pt x="97553" y="0"/>
                </a:cubicBezTo>
                <a:lnTo>
                  <a:pt x="96957" y="0"/>
                </a:lnTo>
                <a:cubicBezTo>
                  <a:pt x="88313" y="0"/>
                  <a:pt x="80292" y="4580"/>
                  <a:pt x="75902" y="12032"/>
                </a:cubicBezTo>
                <a:close/>
                <a:moveTo>
                  <a:pt x="130071" y="73707"/>
                </a:moveTo>
                <a:lnTo>
                  <a:pt x="75875" y="73707"/>
                </a:lnTo>
                <a:lnTo>
                  <a:pt x="75875" y="130071"/>
                </a:lnTo>
                <a:lnTo>
                  <a:pt x="112728" y="130071"/>
                </a:lnTo>
                <a:cubicBezTo>
                  <a:pt x="122294" y="130071"/>
                  <a:pt x="130071" y="122294"/>
                  <a:pt x="130071" y="112728"/>
                </a:cubicBezTo>
                <a:lnTo>
                  <a:pt x="130071" y="73707"/>
                </a:lnTo>
                <a:close/>
                <a:moveTo>
                  <a:pt x="62868" y="73707"/>
                </a:moveTo>
                <a:lnTo>
                  <a:pt x="8671" y="73707"/>
                </a:lnTo>
                <a:lnTo>
                  <a:pt x="8671" y="112728"/>
                </a:lnTo>
                <a:cubicBezTo>
                  <a:pt x="8671" y="122294"/>
                  <a:pt x="16449" y="130071"/>
                  <a:pt x="26014" y="130071"/>
                </a:cubicBezTo>
                <a:lnTo>
                  <a:pt x="62868" y="130071"/>
                </a:lnTo>
                <a:lnTo>
                  <a:pt x="62868" y="73707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6859" y="4861772"/>
            <a:ext cx="1730273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&amp; Incentive Bonus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27324" y="4879115"/>
            <a:ext cx="68504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9165" y="2049343"/>
            <a:ext cx="5676882" cy="3196859"/>
          </a:xfrm>
          <a:custGeom>
            <a:avLst/>
            <a:gdLst/>
            <a:ahLst/>
            <a:cxnLst/>
            <a:rect l="l" t="t" r="r" b="b"/>
            <a:pathLst>
              <a:path w="5676882" h="3196859">
                <a:moveTo>
                  <a:pt x="104058" y="0"/>
                </a:moveTo>
                <a:lnTo>
                  <a:pt x="5572824" y="0"/>
                </a:lnTo>
                <a:cubicBezTo>
                  <a:pt x="5630294" y="0"/>
                  <a:pt x="5676882" y="46588"/>
                  <a:pt x="5676882" y="104058"/>
                </a:cubicBezTo>
                <a:lnTo>
                  <a:pt x="5676882" y="3092801"/>
                </a:lnTo>
                <a:cubicBezTo>
                  <a:pt x="5676882" y="3150271"/>
                  <a:pt x="5630294" y="3196859"/>
                  <a:pt x="5572824" y="3196859"/>
                </a:cubicBezTo>
                <a:lnTo>
                  <a:pt x="104058" y="3196859"/>
                </a:lnTo>
                <a:cubicBezTo>
                  <a:pt x="46588" y="3196859"/>
                  <a:pt x="0" y="3150271"/>
                  <a:pt x="0" y="3092801"/>
                </a:cubicBezTo>
                <a:lnTo>
                  <a:pt x="0" y="104058"/>
                </a:lnTo>
                <a:cubicBezTo>
                  <a:pt x="0" y="46588"/>
                  <a:pt x="46588" y="0"/>
                  <a:pt x="104058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97791" y="2190979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86714" y="173428"/>
                </a:moveTo>
                <a:cubicBezTo>
                  <a:pt x="134573" y="173428"/>
                  <a:pt x="173428" y="134573"/>
                  <a:pt x="173428" y="86714"/>
                </a:cubicBezTo>
                <a:cubicBezTo>
                  <a:pt x="173428" y="38855"/>
                  <a:pt x="134573" y="0"/>
                  <a:pt x="86714" y="0"/>
                </a:cubicBezTo>
                <a:cubicBezTo>
                  <a:pt x="38855" y="0"/>
                  <a:pt x="0" y="38855"/>
                  <a:pt x="0" y="86714"/>
                </a:cubicBezTo>
                <a:cubicBezTo>
                  <a:pt x="0" y="134573"/>
                  <a:pt x="38855" y="173428"/>
                  <a:pt x="86714" y="173428"/>
                </a:cubicBezTo>
                <a:close/>
                <a:moveTo>
                  <a:pt x="56906" y="78585"/>
                </a:moveTo>
                <a:lnTo>
                  <a:pt x="116522" y="78585"/>
                </a:lnTo>
                <a:cubicBezTo>
                  <a:pt x="121027" y="78585"/>
                  <a:pt x="124651" y="82209"/>
                  <a:pt x="124651" y="86714"/>
                </a:cubicBezTo>
                <a:cubicBezTo>
                  <a:pt x="124651" y="91219"/>
                  <a:pt x="121027" y="94844"/>
                  <a:pt x="116522" y="94844"/>
                </a:cubicBezTo>
                <a:lnTo>
                  <a:pt x="56906" y="94844"/>
                </a:lnTo>
                <a:cubicBezTo>
                  <a:pt x="52401" y="94844"/>
                  <a:pt x="48777" y="91219"/>
                  <a:pt x="48777" y="86714"/>
                </a:cubicBezTo>
                <a:cubicBezTo>
                  <a:pt x="48777" y="82209"/>
                  <a:pt x="52401" y="78585"/>
                  <a:pt x="56906" y="7858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898" y="2156293"/>
            <a:ext cx="533291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Deductions Components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76113" y="2503149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54155" y="2607206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78043" y="-8671"/>
                </a:moveTo>
                <a:cubicBezTo>
                  <a:pt x="92400" y="-8671"/>
                  <a:pt x="104057" y="2985"/>
                  <a:pt x="104057" y="17343"/>
                </a:cubicBezTo>
                <a:cubicBezTo>
                  <a:pt x="104057" y="31700"/>
                  <a:pt x="92400" y="43357"/>
                  <a:pt x="78043" y="43357"/>
                </a:cubicBezTo>
                <a:cubicBezTo>
                  <a:pt x="63685" y="43357"/>
                  <a:pt x="52028" y="31700"/>
                  <a:pt x="52028" y="17343"/>
                </a:cubicBezTo>
                <a:cubicBezTo>
                  <a:pt x="52028" y="2985"/>
                  <a:pt x="63685" y="-8671"/>
                  <a:pt x="78043" y="-8671"/>
                </a:cubicBezTo>
                <a:close/>
                <a:moveTo>
                  <a:pt x="13007" y="82378"/>
                </a:moveTo>
                <a:cubicBezTo>
                  <a:pt x="13007" y="63383"/>
                  <a:pt x="25743" y="46771"/>
                  <a:pt x="44739" y="37694"/>
                </a:cubicBezTo>
                <a:cubicBezTo>
                  <a:pt x="51595" y="48885"/>
                  <a:pt x="63952" y="56364"/>
                  <a:pt x="78043" y="56364"/>
                </a:cubicBezTo>
                <a:cubicBezTo>
                  <a:pt x="93136" y="56364"/>
                  <a:pt x="106252" y="47774"/>
                  <a:pt x="112728" y="35228"/>
                </a:cubicBezTo>
                <a:cubicBezTo>
                  <a:pt x="117010" y="32166"/>
                  <a:pt x="122240" y="30350"/>
                  <a:pt x="127903" y="30350"/>
                </a:cubicBezTo>
                <a:lnTo>
                  <a:pt x="133187" y="30350"/>
                </a:lnTo>
                <a:cubicBezTo>
                  <a:pt x="136006" y="30350"/>
                  <a:pt x="138065" y="33006"/>
                  <a:pt x="137388" y="35742"/>
                </a:cubicBezTo>
                <a:lnTo>
                  <a:pt x="132754" y="54250"/>
                </a:lnTo>
                <a:cubicBezTo>
                  <a:pt x="135437" y="57611"/>
                  <a:pt x="137686" y="61215"/>
                  <a:pt x="139366" y="65036"/>
                </a:cubicBezTo>
                <a:lnTo>
                  <a:pt x="145246" y="65036"/>
                </a:lnTo>
                <a:cubicBezTo>
                  <a:pt x="148850" y="65036"/>
                  <a:pt x="151750" y="67935"/>
                  <a:pt x="151750" y="71539"/>
                </a:cubicBezTo>
                <a:lnTo>
                  <a:pt x="151750" y="101889"/>
                </a:lnTo>
                <a:cubicBezTo>
                  <a:pt x="151750" y="105493"/>
                  <a:pt x="148850" y="108393"/>
                  <a:pt x="145246" y="108393"/>
                </a:cubicBezTo>
                <a:lnTo>
                  <a:pt x="134407" y="108393"/>
                </a:lnTo>
                <a:cubicBezTo>
                  <a:pt x="129936" y="114354"/>
                  <a:pt x="123974" y="119123"/>
                  <a:pt x="117064" y="122131"/>
                </a:cubicBezTo>
                <a:lnTo>
                  <a:pt x="117064" y="130071"/>
                </a:lnTo>
                <a:cubicBezTo>
                  <a:pt x="117064" y="134867"/>
                  <a:pt x="113189" y="138743"/>
                  <a:pt x="108393" y="138743"/>
                </a:cubicBezTo>
                <a:lnTo>
                  <a:pt x="99450" y="138743"/>
                </a:lnTo>
                <a:cubicBezTo>
                  <a:pt x="95575" y="138743"/>
                  <a:pt x="92188" y="136168"/>
                  <a:pt x="91104" y="132456"/>
                </a:cubicBezTo>
                <a:lnTo>
                  <a:pt x="89180" y="125735"/>
                </a:lnTo>
                <a:lnTo>
                  <a:pt x="66878" y="125735"/>
                </a:lnTo>
                <a:lnTo>
                  <a:pt x="64954" y="132456"/>
                </a:lnTo>
                <a:cubicBezTo>
                  <a:pt x="63897" y="136168"/>
                  <a:pt x="60510" y="138743"/>
                  <a:pt x="56635" y="138743"/>
                </a:cubicBezTo>
                <a:lnTo>
                  <a:pt x="47693" y="138743"/>
                </a:lnTo>
                <a:cubicBezTo>
                  <a:pt x="42896" y="138743"/>
                  <a:pt x="39021" y="134867"/>
                  <a:pt x="39021" y="130071"/>
                </a:cubicBezTo>
                <a:lnTo>
                  <a:pt x="39021" y="122131"/>
                </a:lnTo>
                <a:cubicBezTo>
                  <a:pt x="23711" y="115438"/>
                  <a:pt x="13007" y="100155"/>
                  <a:pt x="13007" y="82378"/>
                </a:cubicBezTo>
                <a:close/>
                <a:moveTo>
                  <a:pt x="114896" y="86714"/>
                </a:moveTo>
                <a:cubicBezTo>
                  <a:pt x="118486" y="86714"/>
                  <a:pt x="121400" y="83800"/>
                  <a:pt x="121400" y="80211"/>
                </a:cubicBezTo>
                <a:cubicBezTo>
                  <a:pt x="121400" y="76621"/>
                  <a:pt x="118486" y="73707"/>
                  <a:pt x="114896" y="73707"/>
                </a:cubicBezTo>
                <a:cubicBezTo>
                  <a:pt x="111307" y="73707"/>
                  <a:pt x="108393" y="76621"/>
                  <a:pt x="108393" y="80211"/>
                </a:cubicBezTo>
                <a:cubicBezTo>
                  <a:pt x="108393" y="83800"/>
                  <a:pt x="111307" y="86714"/>
                  <a:pt x="114896" y="8671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6278" y="2572521"/>
            <a:ext cx="57697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Gratuity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46832" y="2589863"/>
            <a:ext cx="68504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76113" y="2884691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54155" y="2988748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78043" y="-4336"/>
                </a:moveTo>
                <a:cubicBezTo>
                  <a:pt x="74439" y="-4336"/>
                  <a:pt x="71539" y="-1436"/>
                  <a:pt x="71539" y="2168"/>
                </a:cubicBezTo>
                <a:lnTo>
                  <a:pt x="71539" y="5420"/>
                </a:lnTo>
                <a:lnTo>
                  <a:pt x="71051" y="5420"/>
                </a:lnTo>
                <a:cubicBezTo>
                  <a:pt x="61133" y="5420"/>
                  <a:pt x="53112" y="13468"/>
                  <a:pt x="53112" y="23359"/>
                </a:cubicBezTo>
                <a:cubicBezTo>
                  <a:pt x="53112" y="32409"/>
                  <a:pt x="59860" y="40051"/>
                  <a:pt x="68829" y="41162"/>
                </a:cubicBezTo>
                <a:lnTo>
                  <a:pt x="85359" y="43222"/>
                </a:lnTo>
                <a:cubicBezTo>
                  <a:pt x="86741" y="43384"/>
                  <a:pt x="87798" y="44576"/>
                  <a:pt x="87798" y="45986"/>
                </a:cubicBezTo>
                <a:cubicBezTo>
                  <a:pt x="87798" y="47530"/>
                  <a:pt x="86551" y="48750"/>
                  <a:pt x="85034" y="48750"/>
                </a:cubicBezTo>
                <a:lnTo>
                  <a:pt x="65036" y="48777"/>
                </a:lnTo>
                <a:cubicBezTo>
                  <a:pt x="60835" y="48777"/>
                  <a:pt x="57448" y="52164"/>
                  <a:pt x="57448" y="56364"/>
                </a:cubicBezTo>
                <a:cubicBezTo>
                  <a:pt x="57448" y="60564"/>
                  <a:pt x="60835" y="63952"/>
                  <a:pt x="65036" y="63952"/>
                </a:cubicBezTo>
                <a:lnTo>
                  <a:pt x="71539" y="63952"/>
                </a:lnTo>
                <a:lnTo>
                  <a:pt x="71539" y="67203"/>
                </a:lnTo>
                <a:cubicBezTo>
                  <a:pt x="71539" y="70807"/>
                  <a:pt x="74439" y="73707"/>
                  <a:pt x="78043" y="73707"/>
                </a:cubicBezTo>
                <a:cubicBezTo>
                  <a:pt x="81647" y="73707"/>
                  <a:pt x="84546" y="70807"/>
                  <a:pt x="84546" y="67203"/>
                </a:cubicBezTo>
                <a:lnTo>
                  <a:pt x="84546" y="63952"/>
                </a:lnTo>
                <a:lnTo>
                  <a:pt x="85034" y="63952"/>
                </a:lnTo>
                <a:cubicBezTo>
                  <a:pt x="94952" y="63952"/>
                  <a:pt x="102973" y="55903"/>
                  <a:pt x="102973" y="46013"/>
                </a:cubicBezTo>
                <a:cubicBezTo>
                  <a:pt x="102973" y="36962"/>
                  <a:pt x="96226" y="29320"/>
                  <a:pt x="87256" y="28209"/>
                </a:cubicBezTo>
                <a:lnTo>
                  <a:pt x="70726" y="26150"/>
                </a:lnTo>
                <a:cubicBezTo>
                  <a:pt x="69344" y="25987"/>
                  <a:pt x="68287" y="24795"/>
                  <a:pt x="68287" y="23386"/>
                </a:cubicBezTo>
                <a:cubicBezTo>
                  <a:pt x="68287" y="21841"/>
                  <a:pt x="69534" y="20622"/>
                  <a:pt x="71051" y="20622"/>
                </a:cubicBezTo>
                <a:lnTo>
                  <a:pt x="88882" y="20595"/>
                </a:lnTo>
                <a:cubicBezTo>
                  <a:pt x="93082" y="20595"/>
                  <a:pt x="96469" y="17207"/>
                  <a:pt x="96469" y="13007"/>
                </a:cubicBezTo>
                <a:cubicBezTo>
                  <a:pt x="96469" y="8807"/>
                  <a:pt x="93082" y="5420"/>
                  <a:pt x="88882" y="5420"/>
                </a:cubicBezTo>
                <a:lnTo>
                  <a:pt x="84546" y="5420"/>
                </a:lnTo>
                <a:lnTo>
                  <a:pt x="84546" y="2168"/>
                </a:lnTo>
                <a:cubicBezTo>
                  <a:pt x="84546" y="-1436"/>
                  <a:pt x="81647" y="-4336"/>
                  <a:pt x="78043" y="-4336"/>
                </a:cubicBezTo>
                <a:close/>
                <a:moveTo>
                  <a:pt x="29618" y="92540"/>
                </a:moveTo>
                <a:lnTo>
                  <a:pt x="18074" y="104057"/>
                </a:lnTo>
                <a:lnTo>
                  <a:pt x="8671" y="104057"/>
                </a:lnTo>
                <a:cubicBezTo>
                  <a:pt x="3875" y="104057"/>
                  <a:pt x="0" y="107932"/>
                  <a:pt x="0" y="112728"/>
                </a:cubicBezTo>
                <a:lnTo>
                  <a:pt x="0" y="130071"/>
                </a:lnTo>
                <a:cubicBezTo>
                  <a:pt x="0" y="134867"/>
                  <a:pt x="3875" y="138743"/>
                  <a:pt x="8671" y="138743"/>
                </a:cubicBezTo>
                <a:lnTo>
                  <a:pt x="95521" y="138743"/>
                </a:lnTo>
                <a:cubicBezTo>
                  <a:pt x="103379" y="138743"/>
                  <a:pt x="111048" y="136222"/>
                  <a:pt x="117389" y="131562"/>
                </a:cubicBezTo>
                <a:lnTo>
                  <a:pt x="151695" y="106279"/>
                </a:lnTo>
                <a:cubicBezTo>
                  <a:pt x="156519" y="102729"/>
                  <a:pt x="157549" y="95955"/>
                  <a:pt x="153999" y="91131"/>
                </a:cubicBezTo>
                <a:cubicBezTo>
                  <a:pt x="150449" y="86308"/>
                  <a:pt x="143674" y="85278"/>
                  <a:pt x="138851" y="88828"/>
                </a:cubicBezTo>
                <a:lnTo>
                  <a:pt x="106387" y="112728"/>
                </a:lnTo>
                <a:lnTo>
                  <a:pt x="75875" y="112728"/>
                </a:lnTo>
                <a:cubicBezTo>
                  <a:pt x="72271" y="112728"/>
                  <a:pt x="69371" y="109829"/>
                  <a:pt x="69371" y="106225"/>
                </a:cubicBezTo>
                <a:cubicBezTo>
                  <a:pt x="69371" y="102621"/>
                  <a:pt x="72271" y="99721"/>
                  <a:pt x="75875" y="99721"/>
                </a:cubicBezTo>
                <a:lnTo>
                  <a:pt x="95385" y="99721"/>
                </a:lnTo>
                <a:cubicBezTo>
                  <a:pt x="100182" y="99721"/>
                  <a:pt x="104057" y="95846"/>
                  <a:pt x="104057" y="91050"/>
                </a:cubicBezTo>
                <a:cubicBezTo>
                  <a:pt x="104057" y="86253"/>
                  <a:pt x="100182" y="82378"/>
                  <a:pt x="95385" y="82378"/>
                </a:cubicBezTo>
                <a:lnTo>
                  <a:pt x="54142" y="82378"/>
                </a:lnTo>
                <a:cubicBezTo>
                  <a:pt x="44956" y="82378"/>
                  <a:pt x="36122" y="86037"/>
                  <a:pt x="29618" y="9254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66278" y="2954063"/>
            <a:ext cx="1444116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CPF (Provident Fund)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46832" y="2971405"/>
            <a:ext cx="68504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76113" y="3266233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54155" y="3370290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54738" y="-8292"/>
                </a:moveTo>
                <a:cubicBezTo>
                  <a:pt x="58126" y="-7100"/>
                  <a:pt x="59887" y="-3387"/>
                  <a:pt x="58695" y="0"/>
                </a:cubicBezTo>
                <a:lnTo>
                  <a:pt x="56473" y="6260"/>
                </a:lnTo>
                <a:lnTo>
                  <a:pt x="63355" y="1247"/>
                </a:lnTo>
                <a:cubicBezTo>
                  <a:pt x="66255" y="-867"/>
                  <a:pt x="70320" y="-217"/>
                  <a:pt x="72433" y="2683"/>
                </a:cubicBezTo>
                <a:cubicBezTo>
                  <a:pt x="74547" y="5582"/>
                  <a:pt x="73897" y="9647"/>
                  <a:pt x="70997" y="11761"/>
                </a:cubicBezTo>
                <a:lnTo>
                  <a:pt x="63355" y="17343"/>
                </a:lnTo>
                <a:lnTo>
                  <a:pt x="73707" y="17343"/>
                </a:lnTo>
                <a:cubicBezTo>
                  <a:pt x="80888" y="17343"/>
                  <a:pt x="86714" y="23169"/>
                  <a:pt x="86714" y="30350"/>
                </a:cubicBezTo>
                <a:lnTo>
                  <a:pt x="86714" y="30919"/>
                </a:lnTo>
                <a:cubicBezTo>
                  <a:pt x="71891" y="33737"/>
                  <a:pt x="60700" y="46744"/>
                  <a:pt x="60700" y="62353"/>
                </a:cubicBezTo>
                <a:lnTo>
                  <a:pt x="60700" y="62868"/>
                </a:lnTo>
                <a:cubicBezTo>
                  <a:pt x="60700" y="65279"/>
                  <a:pt x="60971" y="67610"/>
                  <a:pt x="61459" y="69886"/>
                </a:cubicBezTo>
                <a:cubicBezTo>
                  <a:pt x="58234" y="74710"/>
                  <a:pt x="56364" y="80482"/>
                  <a:pt x="56364" y="86714"/>
                </a:cubicBezTo>
                <a:lnTo>
                  <a:pt x="56364" y="121400"/>
                </a:lnTo>
                <a:cubicBezTo>
                  <a:pt x="56364" y="127849"/>
                  <a:pt x="58369" y="133838"/>
                  <a:pt x="61811" y="138743"/>
                </a:cubicBezTo>
                <a:lnTo>
                  <a:pt x="13007" y="138743"/>
                </a:lnTo>
                <a:cubicBezTo>
                  <a:pt x="5826" y="138743"/>
                  <a:pt x="0" y="132916"/>
                  <a:pt x="0" y="125735"/>
                </a:cubicBezTo>
                <a:lnTo>
                  <a:pt x="0" y="30350"/>
                </a:lnTo>
                <a:cubicBezTo>
                  <a:pt x="0" y="23169"/>
                  <a:pt x="5826" y="17343"/>
                  <a:pt x="13007" y="17343"/>
                </a:cubicBezTo>
                <a:lnTo>
                  <a:pt x="23359" y="17343"/>
                </a:lnTo>
                <a:lnTo>
                  <a:pt x="15690" y="11761"/>
                </a:lnTo>
                <a:cubicBezTo>
                  <a:pt x="12790" y="9647"/>
                  <a:pt x="12140" y="5582"/>
                  <a:pt x="14254" y="2683"/>
                </a:cubicBezTo>
                <a:cubicBezTo>
                  <a:pt x="16367" y="-217"/>
                  <a:pt x="20432" y="-867"/>
                  <a:pt x="23332" y="1247"/>
                </a:cubicBezTo>
                <a:lnTo>
                  <a:pt x="30756" y="6666"/>
                </a:lnTo>
                <a:lnTo>
                  <a:pt x="28507" y="-108"/>
                </a:lnTo>
                <a:cubicBezTo>
                  <a:pt x="27369" y="-3523"/>
                  <a:pt x="29212" y="-7208"/>
                  <a:pt x="32626" y="-8346"/>
                </a:cubicBezTo>
                <a:cubicBezTo>
                  <a:pt x="36041" y="-9484"/>
                  <a:pt x="39726" y="-7642"/>
                  <a:pt x="40864" y="-4227"/>
                </a:cubicBezTo>
                <a:lnTo>
                  <a:pt x="43547" y="3848"/>
                </a:lnTo>
                <a:lnTo>
                  <a:pt x="46446" y="-4336"/>
                </a:lnTo>
                <a:cubicBezTo>
                  <a:pt x="47639" y="-7723"/>
                  <a:pt x="51351" y="-9484"/>
                  <a:pt x="54738" y="-8292"/>
                </a:cubicBezTo>
                <a:close/>
                <a:moveTo>
                  <a:pt x="132754" y="56364"/>
                </a:moveTo>
                <a:cubicBezTo>
                  <a:pt x="130721" y="56364"/>
                  <a:pt x="128825" y="57394"/>
                  <a:pt x="127714" y="59101"/>
                </a:cubicBezTo>
                <a:lnTo>
                  <a:pt x="121102" y="69371"/>
                </a:lnTo>
                <a:lnTo>
                  <a:pt x="132239" y="69371"/>
                </a:lnTo>
                <a:cubicBezTo>
                  <a:pt x="135843" y="69371"/>
                  <a:pt x="138743" y="66472"/>
                  <a:pt x="138743" y="62868"/>
                </a:cubicBezTo>
                <a:lnTo>
                  <a:pt x="138743" y="62353"/>
                </a:lnTo>
                <a:cubicBezTo>
                  <a:pt x="138743" y="59047"/>
                  <a:pt x="136060" y="56364"/>
                  <a:pt x="132754" y="56364"/>
                </a:cubicBezTo>
                <a:close/>
                <a:moveTo>
                  <a:pt x="104355" y="69371"/>
                </a:moveTo>
                <a:lnTo>
                  <a:pt x="97743" y="59101"/>
                </a:lnTo>
                <a:cubicBezTo>
                  <a:pt x="96632" y="57394"/>
                  <a:pt x="94735" y="56364"/>
                  <a:pt x="92703" y="56364"/>
                </a:cubicBezTo>
                <a:cubicBezTo>
                  <a:pt x="89397" y="56364"/>
                  <a:pt x="86714" y="59047"/>
                  <a:pt x="86714" y="62353"/>
                </a:cubicBezTo>
                <a:lnTo>
                  <a:pt x="86714" y="62868"/>
                </a:lnTo>
                <a:cubicBezTo>
                  <a:pt x="86714" y="66472"/>
                  <a:pt x="89614" y="69371"/>
                  <a:pt x="93218" y="69371"/>
                </a:cubicBezTo>
                <a:lnTo>
                  <a:pt x="104355" y="69371"/>
                </a:lnTo>
                <a:close/>
                <a:moveTo>
                  <a:pt x="76390" y="72759"/>
                </a:moveTo>
                <a:cubicBezTo>
                  <a:pt x="74683" y="69859"/>
                  <a:pt x="73707" y="66472"/>
                  <a:pt x="73707" y="62868"/>
                </a:cubicBezTo>
                <a:lnTo>
                  <a:pt x="73707" y="62353"/>
                </a:lnTo>
                <a:cubicBezTo>
                  <a:pt x="73707" y="51866"/>
                  <a:pt x="82216" y="43357"/>
                  <a:pt x="92703" y="43357"/>
                </a:cubicBezTo>
                <a:cubicBezTo>
                  <a:pt x="99152" y="43357"/>
                  <a:pt x="105168" y="46636"/>
                  <a:pt x="108664" y="52056"/>
                </a:cubicBezTo>
                <a:lnTo>
                  <a:pt x="112728" y="58342"/>
                </a:lnTo>
                <a:lnTo>
                  <a:pt x="116793" y="52056"/>
                </a:lnTo>
                <a:cubicBezTo>
                  <a:pt x="120289" y="46636"/>
                  <a:pt x="126304" y="43357"/>
                  <a:pt x="132754" y="43357"/>
                </a:cubicBezTo>
                <a:cubicBezTo>
                  <a:pt x="143241" y="43357"/>
                  <a:pt x="151750" y="51866"/>
                  <a:pt x="151750" y="62353"/>
                </a:cubicBezTo>
                <a:lnTo>
                  <a:pt x="151750" y="62868"/>
                </a:lnTo>
                <a:cubicBezTo>
                  <a:pt x="151750" y="66472"/>
                  <a:pt x="150774" y="69859"/>
                  <a:pt x="149067" y="72759"/>
                </a:cubicBezTo>
                <a:cubicBezTo>
                  <a:pt x="153321" y="75929"/>
                  <a:pt x="156085" y="80996"/>
                  <a:pt x="156085" y="86714"/>
                </a:cubicBezTo>
                <a:lnTo>
                  <a:pt x="156085" y="121400"/>
                </a:lnTo>
                <a:cubicBezTo>
                  <a:pt x="156085" y="130965"/>
                  <a:pt x="148308" y="138743"/>
                  <a:pt x="138743" y="138743"/>
                </a:cubicBezTo>
                <a:lnTo>
                  <a:pt x="119232" y="138743"/>
                </a:lnTo>
                <a:lnTo>
                  <a:pt x="119232" y="82378"/>
                </a:lnTo>
                <a:lnTo>
                  <a:pt x="106225" y="82378"/>
                </a:lnTo>
                <a:lnTo>
                  <a:pt x="106225" y="138743"/>
                </a:lnTo>
                <a:lnTo>
                  <a:pt x="86714" y="138743"/>
                </a:lnTo>
                <a:cubicBezTo>
                  <a:pt x="77148" y="138743"/>
                  <a:pt x="69371" y="130965"/>
                  <a:pt x="69371" y="121400"/>
                </a:cubicBezTo>
                <a:lnTo>
                  <a:pt x="69371" y="86714"/>
                </a:lnTo>
                <a:cubicBezTo>
                  <a:pt x="69371" y="80996"/>
                  <a:pt x="72135" y="75929"/>
                  <a:pt x="76390" y="7275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66278" y="3335605"/>
            <a:ext cx="1773630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Advance Recovery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370926" y="3352947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76113" y="3647775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354155" y="3751832"/>
            <a:ext cx="156085" cy="138743"/>
          </a:xfrm>
          <a:custGeom>
            <a:avLst/>
            <a:gdLst/>
            <a:ahLst/>
            <a:cxnLst/>
            <a:rect l="l" t="t" r="r" b="b"/>
            <a:pathLst>
              <a:path w="156085" h="138743">
                <a:moveTo>
                  <a:pt x="18074" y="104057"/>
                </a:moveTo>
                <a:lnTo>
                  <a:pt x="29591" y="92540"/>
                </a:lnTo>
                <a:cubicBezTo>
                  <a:pt x="36095" y="86037"/>
                  <a:pt x="44929" y="82378"/>
                  <a:pt x="54115" y="82378"/>
                </a:cubicBezTo>
                <a:lnTo>
                  <a:pt x="95385" y="82378"/>
                </a:lnTo>
                <a:cubicBezTo>
                  <a:pt x="100182" y="82378"/>
                  <a:pt x="104057" y="86253"/>
                  <a:pt x="104057" y="91050"/>
                </a:cubicBezTo>
                <a:cubicBezTo>
                  <a:pt x="104057" y="95846"/>
                  <a:pt x="100182" y="99721"/>
                  <a:pt x="95385" y="99721"/>
                </a:cubicBezTo>
                <a:lnTo>
                  <a:pt x="75875" y="99721"/>
                </a:lnTo>
                <a:cubicBezTo>
                  <a:pt x="72271" y="99721"/>
                  <a:pt x="69371" y="102621"/>
                  <a:pt x="69371" y="106225"/>
                </a:cubicBezTo>
                <a:cubicBezTo>
                  <a:pt x="69371" y="109829"/>
                  <a:pt x="72271" y="112728"/>
                  <a:pt x="75875" y="112728"/>
                </a:cubicBezTo>
                <a:lnTo>
                  <a:pt x="106387" y="112728"/>
                </a:lnTo>
                <a:lnTo>
                  <a:pt x="138824" y="88828"/>
                </a:lnTo>
                <a:cubicBezTo>
                  <a:pt x="143647" y="85278"/>
                  <a:pt x="150422" y="86308"/>
                  <a:pt x="153972" y="91131"/>
                </a:cubicBezTo>
                <a:cubicBezTo>
                  <a:pt x="157522" y="95955"/>
                  <a:pt x="156492" y="102729"/>
                  <a:pt x="151668" y="106279"/>
                </a:cubicBezTo>
                <a:lnTo>
                  <a:pt x="117362" y="131562"/>
                </a:lnTo>
                <a:cubicBezTo>
                  <a:pt x="111021" y="136222"/>
                  <a:pt x="103379" y="138743"/>
                  <a:pt x="95494" y="138743"/>
                </a:cubicBezTo>
                <a:lnTo>
                  <a:pt x="8671" y="138743"/>
                </a:lnTo>
                <a:cubicBezTo>
                  <a:pt x="3875" y="138743"/>
                  <a:pt x="0" y="134867"/>
                  <a:pt x="0" y="130071"/>
                </a:cubicBezTo>
                <a:lnTo>
                  <a:pt x="0" y="112728"/>
                </a:lnTo>
                <a:cubicBezTo>
                  <a:pt x="0" y="107932"/>
                  <a:pt x="3875" y="104057"/>
                  <a:pt x="8671" y="104057"/>
                </a:cubicBezTo>
                <a:lnTo>
                  <a:pt x="18074" y="10405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66278" y="3717146"/>
            <a:ext cx="1062574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Loan Deduction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370926" y="3734489"/>
            <a:ext cx="35552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76113" y="4029317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80170" y="4133374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7343" y="0"/>
                </a:moveTo>
                <a:cubicBezTo>
                  <a:pt x="7777" y="0"/>
                  <a:pt x="0" y="7777"/>
                  <a:pt x="0" y="17343"/>
                </a:cubicBezTo>
                <a:lnTo>
                  <a:pt x="0" y="121400"/>
                </a:lnTo>
                <a:cubicBezTo>
                  <a:pt x="0" y="130965"/>
                  <a:pt x="7777" y="138743"/>
                  <a:pt x="17343" y="138743"/>
                </a:cubicBezTo>
                <a:lnTo>
                  <a:pt x="86714" y="138743"/>
                </a:lnTo>
                <a:cubicBezTo>
                  <a:pt x="96280" y="138743"/>
                  <a:pt x="104057" y="130965"/>
                  <a:pt x="104057" y="121400"/>
                </a:cubicBezTo>
                <a:lnTo>
                  <a:pt x="104057" y="46202"/>
                </a:lnTo>
                <a:cubicBezTo>
                  <a:pt x="104057" y="41596"/>
                  <a:pt x="102241" y="37179"/>
                  <a:pt x="98990" y="33927"/>
                </a:cubicBezTo>
                <a:lnTo>
                  <a:pt x="70103" y="5067"/>
                </a:lnTo>
                <a:cubicBezTo>
                  <a:pt x="66851" y="1816"/>
                  <a:pt x="62461" y="0"/>
                  <a:pt x="57855" y="0"/>
                </a:cubicBezTo>
                <a:lnTo>
                  <a:pt x="17343" y="0"/>
                </a:lnTo>
                <a:close/>
                <a:moveTo>
                  <a:pt x="88204" y="47693"/>
                </a:moveTo>
                <a:lnTo>
                  <a:pt x="62868" y="47693"/>
                </a:lnTo>
                <a:cubicBezTo>
                  <a:pt x="59264" y="47693"/>
                  <a:pt x="56364" y="44793"/>
                  <a:pt x="56364" y="41189"/>
                </a:cubicBezTo>
                <a:lnTo>
                  <a:pt x="56364" y="15852"/>
                </a:lnTo>
                <a:lnTo>
                  <a:pt x="88204" y="47693"/>
                </a:lnTo>
                <a:close/>
                <a:moveTo>
                  <a:pt x="17343" y="104057"/>
                </a:moveTo>
                <a:lnTo>
                  <a:pt x="17343" y="86714"/>
                </a:lnTo>
                <a:cubicBezTo>
                  <a:pt x="17343" y="81918"/>
                  <a:pt x="21218" y="78043"/>
                  <a:pt x="26014" y="78043"/>
                </a:cubicBezTo>
                <a:lnTo>
                  <a:pt x="78043" y="78043"/>
                </a:lnTo>
                <a:cubicBezTo>
                  <a:pt x="82839" y="78043"/>
                  <a:pt x="86714" y="81918"/>
                  <a:pt x="86714" y="86714"/>
                </a:cubicBezTo>
                <a:lnTo>
                  <a:pt x="86714" y="104057"/>
                </a:lnTo>
                <a:cubicBezTo>
                  <a:pt x="86714" y="108853"/>
                  <a:pt x="82839" y="112728"/>
                  <a:pt x="78043" y="112728"/>
                </a:cubicBezTo>
                <a:lnTo>
                  <a:pt x="26014" y="112728"/>
                </a:lnTo>
                <a:cubicBezTo>
                  <a:pt x="21218" y="112728"/>
                  <a:pt x="17343" y="108853"/>
                  <a:pt x="17343" y="104057"/>
                </a:cubicBezTo>
                <a:close/>
                <a:moveTo>
                  <a:pt x="23846" y="17343"/>
                </a:moveTo>
                <a:lnTo>
                  <a:pt x="36853" y="17343"/>
                </a:lnTo>
                <a:cubicBezTo>
                  <a:pt x="40458" y="17343"/>
                  <a:pt x="43357" y="20242"/>
                  <a:pt x="43357" y="23846"/>
                </a:cubicBezTo>
                <a:cubicBezTo>
                  <a:pt x="43357" y="27450"/>
                  <a:pt x="40458" y="30350"/>
                  <a:pt x="36853" y="30350"/>
                </a:cubicBezTo>
                <a:lnTo>
                  <a:pt x="23846" y="30350"/>
                </a:lnTo>
                <a:cubicBezTo>
                  <a:pt x="20242" y="30350"/>
                  <a:pt x="17343" y="27450"/>
                  <a:pt x="17343" y="23846"/>
                </a:cubicBezTo>
                <a:cubicBezTo>
                  <a:pt x="17343" y="20242"/>
                  <a:pt x="20242" y="17343"/>
                  <a:pt x="23846" y="17343"/>
                </a:cubicBezTo>
                <a:close/>
                <a:moveTo>
                  <a:pt x="23846" y="43357"/>
                </a:moveTo>
                <a:lnTo>
                  <a:pt x="36853" y="43357"/>
                </a:lnTo>
                <a:cubicBezTo>
                  <a:pt x="40458" y="43357"/>
                  <a:pt x="43357" y="46257"/>
                  <a:pt x="43357" y="49861"/>
                </a:cubicBezTo>
                <a:cubicBezTo>
                  <a:pt x="43357" y="53465"/>
                  <a:pt x="40458" y="56364"/>
                  <a:pt x="36853" y="56364"/>
                </a:cubicBezTo>
                <a:lnTo>
                  <a:pt x="23846" y="56364"/>
                </a:lnTo>
                <a:cubicBezTo>
                  <a:pt x="20242" y="56364"/>
                  <a:pt x="17343" y="53465"/>
                  <a:pt x="17343" y="49861"/>
                </a:cubicBezTo>
                <a:cubicBezTo>
                  <a:pt x="17343" y="46257"/>
                  <a:pt x="20242" y="43357"/>
                  <a:pt x="23846" y="43357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66278" y="4098688"/>
            <a:ext cx="733061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TDS (Tax)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94164" y="4116031"/>
            <a:ext cx="63301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76113" y="4410859"/>
            <a:ext cx="5462987" cy="346856"/>
          </a:xfrm>
          <a:custGeom>
            <a:avLst/>
            <a:gdLst/>
            <a:ahLst/>
            <a:cxnLst/>
            <a:rect l="l" t="t" r="r" b="b"/>
            <a:pathLst>
              <a:path w="5462987" h="346856">
                <a:moveTo>
                  <a:pt x="69371" y="0"/>
                </a:moveTo>
                <a:lnTo>
                  <a:pt x="5393616" y="0"/>
                </a:lnTo>
                <a:cubicBezTo>
                  <a:pt x="5431929" y="0"/>
                  <a:pt x="5462987" y="31059"/>
                  <a:pt x="5462987" y="69371"/>
                </a:cubicBezTo>
                <a:lnTo>
                  <a:pt x="5462987" y="277485"/>
                </a:lnTo>
                <a:cubicBezTo>
                  <a:pt x="5462987" y="315798"/>
                  <a:pt x="5431929" y="346856"/>
                  <a:pt x="5393616" y="346856"/>
                </a:cubicBezTo>
                <a:lnTo>
                  <a:pt x="69371" y="346856"/>
                </a:lnTo>
                <a:cubicBezTo>
                  <a:pt x="31059" y="346856"/>
                  <a:pt x="0" y="315798"/>
                  <a:pt x="0" y="277485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371498" y="4514916"/>
            <a:ext cx="121400" cy="138743"/>
          </a:xfrm>
          <a:custGeom>
            <a:avLst/>
            <a:gdLst/>
            <a:ahLst/>
            <a:cxnLst/>
            <a:rect l="l" t="t" r="r" b="b"/>
            <a:pathLst>
              <a:path w="121400" h="138743">
                <a:moveTo>
                  <a:pt x="0" y="69371"/>
                </a:moveTo>
                <a:cubicBezTo>
                  <a:pt x="0" y="60996"/>
                  <a:pt x="6800" y="54196"/>
                  <a:pt x="15175" y="54196"/>
                </a:cubicBezTo>
                <a:cubicBezTo>
                  <a:pt x="23550" y="54196"/>
                  <a:pt x="30350" y="60996"/>
                  <a:pt x="30350" y="69371"/>
                </a:cubicBezTo>
                <a:cubicBezTo>
                  <a:pt x="30350" y="77747"/>
                  <a:pt x="23550" y="84546"/>
                  <a:pt x="15175" y="84546"/>
                </a:cubicBezTo>
                <a:cubicBezTo>
                  <a:pt x="6800" y="84546"/>
                  <a:pt x="0" y="77747"/>
                  <a:pt x="0" y="69371"/>
                </a:cubicBezTo>
                <a:close/>
                <a:moveTo>
                  <a:pt x="45525" y="69371"/>
                </a:moveTo>
                <a:cubicBezTo>
                  <a:pt x="45525" y="60996"/>
                  <a:pt x="52325" y="54196"/>
                  <a:pt x="60700" y="54196"/>
                </a:cubicBezTo>
                <a:cubicBezTo>
                  <a:pt x="69075" y="54196"/>
                  <a:pt x="75875" y="60996"/>
                  <a:pt x="75875" y="69371"/>
                </a:cubicBezTo>
                <a:cubicBezTo>
                  <a:pt x="75875" y="77747"/>
                  <a:pt x="69075" y="84546"/>
                  <a:pt x="60700" y="84546"/>
                </a:cubicBezTo>
                <a:cubicBezTo>
                  <a:pt x="52325" y="84546"/>
                  <a:pt x="45525" y="77747"/>
                  <a:pt x="45525" y="69371"/>
                </a:cubicBezTo>
                <a:close/>
                <a:moveTo>
                  <a:pt x="106225" y="54196"/>
                </a:moveTo>
                <a:cubicBezTo>
                  <a:pt x="114600" y="54196"/>
                  <a:pt x="121400" y="60996"/>
                  <a:pt x="121400" y="69371"/>
                </a:cubicBezTo>
                <a:cubicBezTo>
                  <a:pt x="121400" y="77747"/>
                  <a:pt x="114600" y="84546"/>
                  <a:pt x="106225" y="84546"/>
                </a:cubicBezTo>
                <a:cubicBezTo>
                  <a:pt x="97849" y="84546"/>
                  <a:pt x="91050" y="77747"/>
                  <a:pt x="91050" y="69371"/>
                </a:cubicBezTo>
                <a:cubicBezTo>
                  <a:pt x="91050" y="60996"/>
                  <a:pt x="97849" y="54196"/>
                  <a:pt x="106225" y="5419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66278" y="4480230"/>
            <a:ext cx="1175303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Deductions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222338" y="4497573"/>
            <a:ext cx="502942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9747" y="5390727"/>
            <a:ext cx="2763289" cy="1115721"/>
          </a:xfrm>
          <a:custGeom>
            <a:avLst/>
            <a:gdLst/>
            <a:ahLst/>
            <a:cxnLst/>
            <a:rect l="l" t="t" r="r" b="b"/>
            <a:pathLst>
              <a:path w="2763289" h="1115721">
                <a:moveTo>
                  <a:pt x="104052" y="0"/>
                </a:moveTo>
                <a:lnTo>
                  <a:pt x="2659237" y="0"/>
                </a:lnTo>
                <a:cubicBezTo>
                  <a:pt x="2716703" y="0"/>
                  <a:pt x="2763289" y="46586"/>
                  <a:pt x="2763289" y="104052"/>
                </a:cubicBezTo>
                <a:lnTo>
                  <a:pt x="2763289" y="1011669"/>
                </a:lnTo>
                <a:cubicBezTo>
                  <a:pt x="2763289" y="1069135"/>
                  <a:pt x="2716703" y="1115721"/>
                  <a:pt x="2659237" y="1115721"/>
                </a:cubicBezTo>
                <a:lnTo>
                  <a:pt x="104052" y="1115721"/>
                </a:lnTo>
                <a:cubicBezTo>
                  <a:pt x="46586" y="1115721"/>
                  <a:pt x="0" y="1069135"/>
                  <a:pt x="0" y="1011669"/>
                </a:cubicBezTo>
                <a:lnTo>
                  <a:pt x="0" y="104052"/>
                </a:lnTo>
                <a:cubicBezTo>
                  <a:pt x="0" y="46624"/>
                  <a:pt x="46624" y="0"/>
                  <a:pt x="10405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524181" y="5497673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615231" y="5601730"/>
            <a:ext cx="234128" cy="208114"/>
          </a:xfrm>
          <a:custGeom>
            <a:avLst/>
            <a:gdLst/>
            <a:ahLst/>
            <a:cxnLst/>
            <a:rect l="l" t="t" r="r" b="b"/>
            <a:pathLst>
              <a:path w="234128" h="208114">
                <a:moveTo>
                  <a:pt x="39021" y="0"/>
                </a:moveTo>
                <a:cubicBezTo>
                  <a:pt x="24673" y="0"/>
                  <a:pt x="13007" y="11666"/>
                  <a:pt x="13007" y="26014"/>
                </a:cubicBezTo>
                <a:lnTo>
                  <a:pt x="13007" y="182100"/>
                </a:lnTo>
                <a:cubicBezTo>
                  <a:pt x="13007" y="196448"/>
                  <a:pt x="24673" y="208114"/>
                  <a:pt x="39021" y="208114"/>
                </a:cubicBezTo>
                <a:lnTo>
                  <a:pt x="71539" y="208114"/>
                </a:lnTo>
                <a:lnTo>
                  <a:pt x="71539" y="162589"/>
                </a:lnTo>
                <a:cubicBezTo>
                  <a:pt x="71539" y="148240"/>
                  <a:pt x="83205" y="136575"/>
                  <a:pt x="97553" y="136575"/>
                </a:cubicBezTo>
                <a:lnTo>
                  <a:pt x="169092" y="136575"/>
                </a:lnTo>
                <a:lnTo>
                  <a:pt x="169092" y="69304"/>
                </a:lnTo>
                <a:cubicBezTo>
                  <a:pt x="169092" y="62393"/>
                  <a:pt x="166369" y="55768"/>
                  <a:pt x="161491" y="50890"/>
                </a:cubicBezTo>
                <a:lnTo>
                  <a:pt x="118161" y="7601"/>
                </a:lnTo>
                <a:cubicBezTo>
                  <a:pt x="113284" y="2723"/>
                  <a:pt x="106699" y="0"/>
                  <a:pt x="99789" y="0"/>
                </a:cubicBezTo>
                <a:lnTo>
                  <a:pt x="39021" y="0"/>
                </a:lnTo>
                <a:close/>
                <a:moveTo>
                  <a:pt x="145314" y="71539"/>
                </a:moveTo>
                <a:lnTo>
                  <a:pt x="107309" y="71539"/>
                </a:lnTo>
                <a:cubicBezTo>
                  <a:pt x="101903" y="71539"/>
                  <a:pt x="97553" y="67190"/>
                  <a:pt x="97553" y="61784"/>
                </a:cubicBezTo>
                <a:lnTo>
                  <a:pt x="97553" y="23779"/>
                </a:lnTo>
                <a:lnTo>
                  <a:pt x="145314" y="71539"/>
                </a:lnTo>
                <a:close/>
                <a:moveTo>
                  <a:pt x="97553" y="154459"/>
                </a:moveTo>
                <a:cubicBezTo>
                  <a:pt x="93082" y="154459"/>
                  <a:pt x="89424" y="158118"/>
                  <a:pt x="89424" y="162589"/>
                </a:cubicBezTo>
                <a:lnTo>
                  <a:pt x="89424" y="214617"/>
                </a:lnTo>
                <a:cubicBezTo>
                  <a:pt x="89424" y="219089"/>
                  <a:pt x="93082" y="222747"/>
                  <a:pt x="97553" y="222747"/>
                </a:cubicBezTo>
                <a:cubicBezTo>
                  <a:pt x="102025" y="222747"/>
                  <a:pt x="105683" y="219089"/>
                  <a:pt x="105683" y="214617"/>
                </a:cubicBezTo>
                <a:lnTo>
                  <a:pt x="105683" y="203236"/>
                </a:lnTo>
                <a:lnTo>
                  <a:pt x="110560" y="203236"/>
                </a:lnTo>
                <a:cubicBezTo>
                  <a:pt x="124015" y="203236"/>
                  <a:pt x="134949" y="192302"/>
                  <a:pt x="134949" y="178848"/>
                </a:cubicBezTo>
                <a:cubicBezTo>
                  <a:pt x="134949" y="165394"/>
                  <a:pt x="124015" y="154459"/>
                  <a:pt x="110560" y="154459"/>
                </a:cubicBezTo>
                <a:lnTo>
                  <a:pt x="97553" y="154459"/>
                </a:lnTo>
                <a:close/>
                <a:moveTo>
                  <a:pt x="110560" y="186977"/>
                </a:moveTo>
                <a:lnTo>
                  <a:pt x="105683" y="186977"/>
                </a:lnTo>
                <a:lnTo>
                  <a:pt x="105683" y="170718"/>
                </a:lnTo>
                <a:lnTo>
                  <a:pt x="110560" y="170718"/>
                </a:lnTo>
                <a:cubicBezTo>
                  <a:pt x="115032" y="170718"/>
                  <a:pt x="118690" y="174377"/>
                  <a:pt x="118690" y="178848"/>
                </a:cubicBezTo>
                <a:cubicBezTo>
                  <a:pt x="118690" y="183319"/>
                  <a:pt x="115032" y="186977"/>
                  <a:pt x="110560" y="186977"/>
                </a:cubicBezTo>
                <a:close/>
                <a:moveTo>
                  <a:pt x="149582" y="154459"/>
                </a:moveTo>
                <a:cubicBezTo>
                  <a:pt x="145111" y="154459"/>
                  <a:pt x="141452" y="158118"/>
                  <a:pt x="141452" y="162589"/>
                </a:cubicBezTo>
                <a:lnTo>
                  <a:pt x="141452" y="214617"/>
                </a:lnTo>
                <a:cubicBezTo>
                  <a:pt x="141452" y="219089"/>
                  <a:pt x="145111" y="222747"/>
                  <a:pt x="149582" y="222747"/>
                </a:cubicBezTo>
                <a:lnTo>
                  <a:pt x="162589" y="222747"/>
                </a:lnTo>
                <a:cubicBezTo>
                  <a:pt x="174255" y="222747"/>
                  <a:pt x="183725" y="213276"/>
                  <a:pt x="183725" y="201610"/>
                </a:cubicBezTo>
                <a:lnTo>
                  <a:pt x="183725" y="175596"/>
                </a:lnTo>
                <a:cubicBezTo>
                  <a:pt x="183725" y="163930"/>
                  <a:pt x="174255" y="154459"/>
                  <a:pt x="162589" y="154459"/>
                </a:cubicBezTo>
                <a:lnTo>
                  <a:pt x="149582" y="154459"/>
                </a:lnTo>
                <a:close/>
                <a:moveTo>
                  <a:pt x="157711" y="206488"/>
                </a:moveTo>
                <a:lnTo>
                  <a:pt x="157711" y="170718"/>
                </a:lnTo>
                <a:lnTo>
                  <a:pt x="162589" y="170718"/>
                </a:lnTo>
                <a:cubicBezTo>
                  <a:pt x="165272" y="170718"/>
                  <a:pt x="167467" y="172913"/>
                  <a:pt x="167467" y="175596"/>
                </a:cubicBezTo>
                <a:lnTo>
                  <a:pt x="167467" y="201610"/>
                </a:lnTo>
                <a:cubicBezTo>
                  <a:pt x="167467" y="204293"/>
                  <a:pt x="165272" y="206488"/>
                  <a:pt x="162589" y="206488"/>
                </a:cubicBezTo>
                <a:lnTo>
                  <a:pt x="157711" y="206488"/>
                </a:lnTo>
                <a:close/>
                <a:moveTo>
                  <a:pt x="193481" y="162589"/>
                </a:moveTo>
                <a:lnTo>
                  <a:pt x="193481" y="214617"/>
                </a:lnTo>
                <a:cubicBezTo>
                  <a:pt x="193481" y="219089"/>
                  <a:pt x="197139" y="222747"/>
                  <a:pt x="201610" y="222747"/>
                </a:cubicBezTo>
                <a:cubicBezTo>
                  <a:pt x="206081" y="222747"/>
                  <a:pt x="209740" y="219089"/>
                  <a:pt x="209740" y="214617"/>
                </a:cubicBezTo>
                <a:lnTo>
                  <a:pt x="209740" y="196733"/>
                </a:lnTo>
                <a:lnTo>
                  <a:pt x="221121" y="196733"/>
                </a:lnTo>
                <a:cubicBezTo>
                  <a:pt x="225592" y="196733"/>
                  <a:pt x="229250" y="193074"/>
                  <a:pt x="229250" y="188603"/>
                </a:cubicBezTo>
                <a:cubicBezTo>
                  <a:pt x="229250" y="184132"/>
                  <a:pt x="225592" y="180474"/>
                  <a:pt x="221121" y="180474"/>
                </a:cubicBezTo>
                <a:lnTo>
                  <a:pt x="209740" y="180474"/>
                </a:lnTo>
                <a:lnTo>
                  <a:pt x="209740" y="170718"/>
                </a:lnTo>
                <a:lnTo>
                  <a:pt x="221121" y="170718"/>
                </a:lnTo>
                <a:cubicBezTo>
                  <a:pt x="225592" y="170718"/>
                  <a:pt x="229250" y="167060"/>
                  <a:pt x="229250" y="162589"/>
                </a:cubicBezTo>
                <a:cubicBezTo>
                  <a:pt x="229250" y="158118"/>
                  <a:pt x="225592" y="154459"/>
                  <a:pt x="221121" y="154459"/>
                </a:cubicBezTo>
                <a:lnTo>
                  <a:pt x="201610" y="154459"/>
                </a:lnTo>
                <a:cubicBezTo>
                  <a:pt x="197139" y="154459"/>
                  <a:pt x="193481" y="158118"/>
                  <a:pt x="193481" y="16258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22009" y="5983272"/>
            <a:ext cx="261876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Payslips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26344" y="6226071"/>
            <a:ext cx="261009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employee generation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259456" y="5390727"/>
            <a:ext cx="2763289" cy="1115721"/>
          </a:xfrm>
          <a:custGeom>
            <a:avLst/>
            <a:gdLst/>
            <a:ahLst/>
            <a:cxnLst/>
            <a:rect l="l" t="t" r="r" b="b"/>
            <a:pathLst>
              <a:path w="2763289" h="1115721">
                <a:moveTo>
                  <a:pt x="104052" y="0"/>
                </a:moveTo>
                <a:lnTo>
                  <a:pt x="2659237" y="0"/>
                </a:lnTo>
                <a:cubicBezTo>
                  <a:pt x="2716703" y="0"/>
                  <a:pt x="2763289" y="46586"/>
                  <a:pt x="2763289" y="104052"/>
                </a:cubicBezTo>
                <a:lnTo>
                  <a:pt x="2763289" y="1011669"/>
                </a:lnTo>
                <a:cubicBezTo>
                  <a:pt x="2763289" y="1069135"/>
                  <a:pt x="2716703" y="1115721"/>
                  <a:pt x="2659237" y="1115721"/>
                </a:cubicBezTo>
                <a:lnTo>
                  <a:pt x="104052" y="1115721"/>
                </a:lnTo>
                <a:cubicBezTo>
                  <a:pt x="46586" y="1115721"/>
                  <a:pt x="0" y="1069135"/>
                  <a:pt x="0" y="1011669"/>
                </a:cubicBezTo>
                <a:lnTo>
                  <a:pt x="0" y="104052"/>
                </a:lnTo>
                <a:cubicBezTo>
                  <a:pt x="0" y="46624"/>
                  <a:pt x="46624" y="0"/>
                  <a:pt x="10405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433890" y="5497673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537947" y="5601730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0" y="26014"/>
                </a:moveTo>
                <a:cubicBezTo>
                  <a:pt x="0" y="18820"/>
                  <a:pt x="5813" y="13007"/>
                  <a:pt x="13007" y="13007"/>
                </a:cubicBezTo>
                <a:lnTo>
                  <a:pt x="195107" y="13007"/>
                </a:lnTo>
                <a:cubicBezTo>
                  <a:pt x="202301" y="13007"/>
                  <a:pt x="208114" y="18820"/>
                  <a:pt x="208114" y="26014"/>
                </a:cubicBezTo>
                <a:lnTo>
                  <a:pt x="208114" y="39021"/>
                </a:lnTo>
                <a:cubicBezTo>
                  <a:pt x="208114" y="46216"/>
                  <a:pt x="202301" y="52028"/>
                  <a:pt x="195107" y="52028"/>
                </a:cubicBezTo>
                <a:lnTo>
                  <a:pt x="13007" y="52028"/>
                </a:lnTo>
                <a:cubicBezTo>
                  <a:pt x="5813" y="52028"/>
                  <a:pt x="0" y="46216"/>
                  <a:pt x="0" y="39021"/>
                </a:cubicBezTo>
                <a:lnTo>
                  <a:pt x="0" y="26014"/>
                </a:lnTo>
                <a:close/>
                <a:moveTo>
                  <a:pt x="13007" y="71539"/>
                </a:moveTo>
                <a:lnTo>
                  <a:pt x="195107" y="71539"/>
                </a:lnTo>
                <a:lnTo>
                  <a:pt x="195107" y="169092"/>
                </a:lnTo>
                <a:cubicBezTo>
                  <a:pt x="195107" y="183441"/>
                  <a:pt x="183441" y="195107"/>
                  <a:pt x="169092" y="195107"/>
                </a:cubicBezTo>
                <a:lnTo>
                  <a:pt x="39021" y="195107"/>
                </a:lnTo>
                <a:cubicBezTo>
                  <a:pt x="24673" y="195107"/>
                  <a:pt x="13007" y="183441"/>
                  <a:pt x="13007" y="169092"/>
                </a:cubicBezTo>
                <a:lnTo>
                  <a:pt x="13007" y="71539"/>
                </a:lnTo>
                <a:close/>
                <a:moveTo>
                  <a:pt x="74791" y="97553"/>
                </a:moveTo>
                <a:cubicBezTo>
                  <a:pt x="69385" y="97553"/>
                  <a:pt x="65036" y="101903"/>
                  <a:pt x="65036" y="107309"/>
                </a:cubicBezTo>
                <a:cubicBezTo>
                  <a:pt x="65036" y="112715"/>
                  <a:pt x="69385" y="117064"/>
                  <a:pt x="74791" y="117064"/>
                </a:cubicBezTo>
                <a:lnTo>
                  <a:pt x="133323" y="117064"/>
                </a:lnTo>
                <a:cubicBezTo>
                  <a:pt x="138729" y="117064"/>
                  <a:pt x="143078" y="112715"/>
                  <a:pt x="143078" y="107309"/>
                </a:cubicBezTo>
                <a:cubicBezTo>
                  <a:pt x="143078" y="101903"/>
                  <a:pt x="138729" y="97553"/>
                  <a:pt x="133323" y="97553"/>
                </a:cubicBezTo>
                <a:lnTo>
                  <a:pt x="74791" y="97553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331718" y="5983272"/>
            <a:ext cx="261876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Payroll Archival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336053" y="6226071"/>
            <a:ext cx="261009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Permanent storage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69165" y="5390727"/>
            <a:ext cx="2763289" cy="1115721"/>
          </a:xfrm>
          <a:custGeom>
            <a:avLst/>
            <a:gdLst/>
            <a:ahLst/>
            <a:cxnLst/>
            <a:rect l="l" t="t" r="r" b="b"/>
            <a:pathLst>
              <a:path w="2763289" h="1115721">
                <a:moveTo>
                  <a:pt x="104052" y="0"/>
                </a:moveTo>
                <a:lnTo>
                  <a:pt x="2659237" y="0"/>
                </a:lnTo>
                <a:cubicBezTo>
                  <a:pt x="2716703" y="0"/>
                  <a:pt x="2763289" y="46586"/>
                  <a:pt x="2763289" y="104052"/>
                </a:cubicBezTo>
                <a:lnTo>
                  <a:pt x="2763289" y="1011669"/>
                </a:lnTo>
                <a:cubicBezTo>
                  <a:pt x="2763289" y="1069135"/>
                  <a:pt x="2716703" y="1115721"/>
                  <a:pt x="2659237" y="1115721"/>
                </a:cubicBezTo>
                <a:lnTo>
                  <a:pt x="104052" y="1115721"/>
                </a:lnTo>
                <a:cubicBezTo>
                  <a:pt x="46586" y="1115721"/>
                  <a:pt x="0" y="1069135"/>
                  <a:pt x="0" y="1011669"/>
                </a:cubicBezTo>
                <a:lnTo>
                  <a:pt x="0" y="104052"/>
                </a:lnTo>
                <a:cubicBezTo>
                  <a:pt x="0" y="46624"/>
                  <a:pt x="46624" y="0"/>
                  <a:pt x="104052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343599" y="5497673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434649" y="5601730"/>
            <a:ext cx="234128" cy="208114"/>
          </a:xfrm>
          <a:custGeom>
            <a:avLst/>
            <a:gdLst/>
            <a:ahLst/>
            <a:cxnLst/>
            <a:rect l="l" t="t" r="r" b="b"/>
            <a:pathLst>
              <a:path w="234128" h="208114">
                <a:moveTo>
                  <a:pt x="117064" y="26014"/>
                </a:moveTo>
                <a:cubicBezTo>
                  <a:pt x="160150" y="26014"/>
                  <a:pt x="195107" y="60971"/>
                  <a:pt x="195107" y="104057"/>
                </a:cubicBezTo>
                <a:cubicBezTo>
                  <a:pt x="195107" y="147143"/>
                  <a:pt x="160150" y="182100"/>
                  <a:pt x="117064" y="182100"/>
                </a:cubicBezTo>
                <a:cubicBezTo>
                  <a:pt x="90562" y="182100"/>
                  <a:pt x="67109" y="168889"/>
                  <a:pt x="53004" y="148647"/>
                </a:cubicBezTo>
                <a:cubicBezTo>
                  <a:pt x="48899" y="142753"/>
                  <a:pt x="40769" y="141330"/>
                  <a:pt x="34875" y="145436"/>
                </a:cubicBezTo>
                <a:cubicBezTo>
                  <a:pt x="28981" y="149541"/>
                  <a:pt x="27559" y="157671"/>
                  <a:pt x="31664" y="163564"/>
                </a:cubicBezTo>
                <a:cubicBezTo>
                  <a:pt x="50443" y="190473"/>
                  <a:pt x="81701" y="208114"/>
                  <a:pt x="117064" y="208114"/>
                </a:cubicBezTo>
                <a:cubicBezTo>
                  <a:pt x="174539" y="208114"/>
                  <a:pt x="221121" y="161532"/>
                  <a:pt x="221121" y="104057"/>
                </a:cubicBezTo>
                <a:cubicBezTo>
                  <a:pt x="221121" y="46582"/>
                  <a:pt x="174539" y="0"/>
                  <a:pt x="117064" y="0"/>
                </a:cubicBezTo>
                <a:cubicBezTo>
                  <a:pt x="82229" y="0"/>
                  <a:pt x="51419" y="17112"/>
                  <a:pt x="32518" y="43371"/>
                </a:cubicBezTo>
                <a:lnTo>
                  <a:pt x="32518" y="32518"/>
                </a:lnTo>
                <a:cubicBezTo>
                  <a:pt x="32518" y="25323"/>
                  <a:pt x="26705" y="19511"/>
                  <a:pt x="19511" y="19511"/>
                </a:cubicBezTo>
                <a:cubicBezTo>
                  <a:pt x="12316" y="19511"/>
                  <a:pt x="6504" y="25323"/>
                  <a:pt x="6504" y="32518"/>
                </a:cubicBezTo>
                <a:lnTo>
                  <a:pt x="6504" y="78043"/>
                </a:lnTo>
                <a:cubicBezTo>
                  <a:pt x="6504" y="85237"/>
                  <a:pt x="12316" y="91050"/>
                  <a:pt x="19511" y="91050"/>
                </a:cubicBezTo>
                <a:lnTo>
                  <a:pt x="29510" y="91050"/>
                </a:lnTo>
                <a:cubicBezTo>
                  <a:pt x="29713" y="91050"/>
                  <a:pt x="29916" y="91050"/>
                  <a:pt x="30120" y="91050"/>
                </a:cubicBezTo>
                <a:lnTo>
                  <a:pt x="65076" y="91050"/>
                </a:lnTo>
                <a:cubicBezTo>
                  <a:pt x="72271" y="91050"/>
                  <a:pt x="78083" y="85237"/>
                  <a:pt x="78083" y="78043"/>
                </a:cubicBezTo>
                <a:cubicBezTo>
                  <a:pt x="78083" y="70848"/>
                  <a:pt x="72271" y="65036"/>
                  <a:pt x="65076" y="65036"/>
                </a:cubicBezTo>
                <a:lnTo>
                  <a:pt x="49508" y="65036"/>
                </a:lnTo>
                <a:cubicBezTo>
                  <a:pt x="62963" y="41704"/>
                  <a:pt x="88204" y="26014"/>
                  <a:pt x="117064" y="26014"/>
                </a:cubicBezTo>
                <a:close/>
                <a:moveTo>
                  <a:pt x="126819" y="61784"/>
                </a:moveTo>
                <a:cubicBezTo>
                  <a:pt x="126819" y="56378"/>
                  <a:pt x="122470" y="52028"/>
                  <a:pt x="117064" y="52028"/>
                </a:cubicBezTo>
                <a:cubicBezTo>
                  <a:pt x="111658" y="52028"/>
                  <a:pt x="107309" y="56378"/>
                  <a:pt x="107309" y="61784"/>
                </a:cubicBezTo>
                <a:lnTo>
                  <a:pt x="107309" y="104057"/>
                </a:lnTo>
                <a:cubicBezTo>
                  <a:pt x="107309" y="106658"/>
                  <a:pt x="108325" y="109138"/>
                  <a:pt x="110154" y="110967"/>
                </a:cubicBezTo>
                <a:lnTo>
                  <a:pt x="139420" y="140233"/>
                </a:lnTo>
                <a:cubicBezTo>
                  <a:pt x="143241" y="144054"/>
                  <a:pt x="149419" y="144054"/>
                  <a:pt x="153199" y="140233"/>
                </a:cubicBezTo>
                <a:cubicBezTo>
                  <a:pt x="156980" y="136412"/>
                  <a:pt x="157020" y="130234"/>
                  <a:pt x="153199" y="126454"/>
                </a:cubicBezTo>
                <a:lnTo>
                  <a:pt x="126779" y="100033"/>
                </a:lnTo>
                <a:lnTo>
                  <a:pt x="126779" y="61784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241427" y="5983272"/>
            <a:ext cx="261876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Browser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245763" y="6226071"/>
            <a:ext cx="261009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past months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078874" y="5390727"/>
            <a:ext cx="2763289" cy="1115721"/>
          </a:xfrm>
          <a:custGeom>
            <a:avLst/>
            <a:gdLst/>
            <a:ahLst/>
            <a:cxnLst/>
            <a:rect l="l" t="t" r="r" b="b"/>
            <a:pathLst>
              <a:path w="2763289" h="1115721">
                <a:moveTo>
                  <a:pt x="104052" y="0"/>
                </a:moveTo>
                <a:lnTo>
                  <a:pt x="2659237" y="0"/>
                </a:lnTo>
                <a:cubicBezTo>
                  <a:pt x="2716703" y="0"/>
                  <a:pt x="2763289" y="46586"/>
                  <a:pt x="2763289" y="104052"/>
                </a:cubicBezTo>
                <a:lnTo>
                  <a:pt x="2763289" y="1011669"/>
                </a:lnTo>
                <a:cubicBezTo>
                  <a:pt x="2763289" y="1069135"/>
                  <a:pt x="2716703" y="1115721"/>
                  <a:pt x="2659237" y="1115721"/>
                </a:cubicBezTo>
                <a:lnTo>
                  <a:pt x="104052" y="1115721"/>
                </a:lnTo>
                <a:cubicBezTo>
                  <a:pt x="46586" y="1115721"/>
                  <a:pt x="0" y="1069135"/>
                  <a:pt x="0" y="1011669"/>
                </a:cubicBezTo>
                <a:lnTo>
                  <a:pt x="0" y="104052"/>
                </a:lnTo>
                <a:cubicBezTo>
                  <a:pt x="0" y="46624"/>
                  <a:pt x="46624" y="0"/>
                  <a:pt x="10405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253398" y="5497673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0383469" y="5601730"/>
            <a:ext cx="156085" cy="208114"/>
          </a:xfrm>
          <a:custGeom>
            <a:avLst/>
            <a:gdLst/>
            <a:ahLst/>
            <a:cxnLst/>
            <a:rect l="l" t="t" r="r" b="b"/>
            <a:pathLst>
              <a:path w="156085" h="208114">
                <a:moveTo>
                  <a:pt x="26014" y="0"/>
                </a:moveTo>
                <a:cubicBezTo>
                  <a:pt x="11666" y="0"/>
                  <a:pt x="0" y="11666"/>
                  <a:pt x="0" y="26014"/>
                </a:cubicBezTo>
                <a:lnTo>
                  <a:pt x="0" y="182100"/>
                </a:lnTo>
                <a:cubicBezTo>
                  <a:pt x="0" y="196448"/>
                  <a:pt x="11666" y="208114"/>
                  <a:pt x="26014" y="208114"/>
                </a:cubicBezTo>
                <a:lnTo>
                  <a:pt x="130071" y="208114"/>
                </a:lnTo>
                <a:cubicBezTo>
                  <a:pt x="144420" y="208114"/>
                  <a:pt x="156085" y="196448"/>
                  <a:pt x="156085" y="182100"/>
                </a:cubicBezTo>
                <a:lnTo>
                  <a:pt x="156085" y="26014"/>
                </a:lnTo>
                <a:cubicBezTo>
                  <a:pt x="156085" y="11666"/>
                  <a:pt x="144420" y="0"/>
                  <a:pt x="130071" y="0"/>
                </a:cubicBezTo>
                <a:lnTo>
                  <a:pt x="26014" y="0"/>
                </a:lnTo>
                <a:close/>
                <a:moveTo>
                  <a:pt x="39021" y="26014"/>
                </a:moveTo>
                <a:lnTo>
                  <a:pt x="117064" y="26014"/>
                </a:lnTo>
                <a:cubicBezTo>
                  <a:pt x="124259" y="26014"/>
                  <a:pt x="130071" y="31827"/>
                  <a:pt x="130071" y="39021"/>
                </a:cubicBezTo>
                <a:lnTo>
                  <a:pt x="130071" y="52028"/>
                </a:lnTo>
                <a:cubicBezTo>
                  <a:pt x="130071" y="59223"/>
                  <a:pt x="124259" y="65036"/>
                  <a:pt x="117064" y="65036"/>
                </a:cubicBezTo>
                <a:lnTo>
                  <a:pt x="39021" y="65036"/>
                </a:lnTo>
                <a:cubicBezTo>
                  <a:pt x="31827" y="65036"/>
                  <a:pt x="26014" y="59223"/>
                  <a:pt x="26014" y="52028"/>
                </a:cubicBezTo>
                <a:lnTo>
                  <a:pt x="26014" y="39021"/>
                </a:lnTo>
                <a:cubicBezTo>
                  <a:pt x="26014" y="31827"/>
                  <a:pt x="31827" y="26014"/>
                  <a:pt x="39021" y="26014"/>
                </a:cubicBezTo>
                <a:close/>
                <a:moveTo>
                  <a:pt x="45525" y="94302"/>
                </a:moveTo>
                <a:cubicBezTo>
                  <a:pt x="45525" y="99686"/>
                  <a:pt x="41154" y="104057"/>
                  <a:pt x="35770" y="104057"/>
                </a:cubicBezTo>
                <a:cubicBezTo>
                  <a:pt x="30385" y="104057"/>
                  <a:pt x="26014" y="99686"/>
                  <a:pt x="26014" y="94302"/>
                </a:cubicBezTo>
                <a:cubicBezTo>
                  <a:pt x="26014" y="88917"/>
                  <a:pt x="30385" y="84546"/>
                  <a:pt x="35770" y="84546"/>
                </a:cubicBezTo>
                <a:cubicBezTo>
                  <a:pt x="41154" y="84546"/>
                  <a:pt x="45525" y="88917"/>
                  <a:pt x="45525" y="94302"/>
                </a:cubicBezTo>
                <a:close/>
                <a:moveTo>
                  <a:pt x="78043" y="104057"/>
                </a:moveTo>
                <a:cubicBezTo>
                  <a:pt x="72659" y="104057"/>
                  <a:pt x="68287" y="99686"/>
                  <a:pt x="68287" y="94302"/>
                </a:cubicBezTo>
                <a:cubicBezTo>
                  <a:pt x="68287" y="88917"/>
                  <a:pt x="72659" y="84546"/>
                  <a:pt x="78043" y="84546"/>
                </a:cubicBezTo>
                <a:cubicBezTo>
                  <a:pt x="83427" y="84546"/>
                  <a:pt x="87798" y="88917"/>
                  <a:pt x="87798" y="94302"/>
                </a:cubicBezTo>
                <a:cubicBezTo>
                  <a:pt x="87798" y="99686"/>
                  <a:pt x="83427" y="104057"/>
                  <a:pt x="78043" y="104057"/>
                </a:cubicBezTo>
                <a:close/>
                <a:moveTo>
                  <a:pt x="130071" y="94302"/>
                </a:moveTo>
                <a:cubicBezTo>
                  <a:pt x="130071" y="99686"/>
                  <a:pt x="125700" y="104057"/>
                  <a:pt x="120316" y="104057"/>
                </a:cubicBezTo>
                <a:cubicBezTo>
                  <a:pt x="114932" y="104057"/>
                  <a:pt x="110560" y="99686"/>
                  <a:pt x="110560" y="94302"/>
                </a:cubicBezTo>
                <a:cubicBezTo>
                  <a:pt x="110560" y="88917"/>
                  <a:pt x="114932" y="84546"/>
                  <a:pt x="120316" y="84546"/>
                </a:cubicBezTo>
                <a:cubicBezTo>
                  <a:pt x="125700" y="84546"/>
                  <a:pt x="130071" y="88917"/>
                  <a:pt x="130071" y="94302"/>
                </a:cubicBezTo>
                <a:close/>
                <a:moveTo>
                  <a:pt x="35770" y="143078"/>
                </a:moveTo>
                <a:cubicBezTo>
                  <a:pt x="30385" y="143078"/>
                  <a:pt x="26014" y="138707"/>
                  <a:pt x="26014" y="133323"/>
                </a:cubicBezTo>
                <a:cubicBezTo>
                  <a:pt x="26014" y="127939"/>
                  <a:pt x="30385" y="123568"/>
                  <a:pt x="35770" y="123568"/>
                </a:cubicBezTo>
                <a:cubicBezTo>
                  <a:pt x="41154" y="123568"/>
                  <a:pt x="45525" y="127939"/>
                  <a:pt x="45525" y="133323"/>
                </a:cubicBezTo>
                <a:cubicBezTo>
                  <a:pt x="45525" y="138707"/>
                  <a:pt x="41154" y="143078"/>
                  <a:pt x="35770" y="143078"/>
                </a:cubicBezTo>
                <a:close/>
                <a:moveTo>
                  <a:pt x="87798" y="133323"/>
                </a:moveTo>
                <a:cubicBezTo>
                  <a:pt x="87798" y="138707"/>
                  <a:pt x="83427" y="143078"/>
                  <a:pt x="78043" y="143078"/>
                </a:cubicBezTo>
                <a:cubicBezTo>
                  <a:pt x="72659" y="143078"/>
                  <a:pt x="68287" y="138707"/>
                  <a:pt x="68287" y="133323"/>
                </a:cubicBezTo>
                <a:cubicBezTo>
                  <a:pt x="68287" y="127939"/>
                  <a:pt x="72659" y="123568"/>
                  <a:pt x="78043" y="123568"/>
                </a:cubicBezTo>
                <a:cubicBezTo>
                  <a:pt x="83427" y="123568"/>
                  <a:pt x="87798" y="127939"/>
                  <a:pt x="87798" y="133323"/>
                </a:cubicBezTo>
                <a:close/>
                <a:moveTo>
                  <a:pt x="120316" y="143078"/>
                </a:moveTo>
                <a:cubicBezTo>
                  <a:pt x="114932" y="143078"/>
                  <a:pt x="110560" y="138707"/>
                  <a:pt x="110560" y="133323"/>
                </a:cubicBezTo>
                <a:cubicBezTo>
                  <a:pt x="110560" y="127939"/>
                  <a:pt x="114932" y="123568"/>
                  <a:pt x="120316" y="123568"/>
                </a:cubicBezTo>
                <a:cubicBezTo>
                  <a:pt x="125700" y="123568"/>
                  <a:pt x="130071" y="127939"/>
                  <a:pt x="130071" y="133323"/>
                </a:cubicBezTo>
                <a:cubicBezTo>
                  <a:pt x="130071" y="138707"/>
                  <a:pt x="125700" y="143078"/>
                  <a:pt x="120316" y="143078"/>
                </a:cubicBezTo>
                <a:close/>
                <a:moveTo>
                  <a:pt x="26014" y="172344"/>
                </a:moveTo>
                <a:cubicBezTo>
                  <a:pt x="26014" y="166938"/>
                  <a:pt x="30363" y="162589"/>
                  <a:pt x="35770" y="162589"/>
                </a:cubicBezTo>
                <a:lnTo>
                  <a:pt x="81294" y="162589"/>
                </a:lnTo>
                <a:cubicBezTo>
                  <a:pt x="86701" y="162589"/>
                  <a:pt x="91050" y="166938"/>
                  <a:pt x="91050" y="172344"/>
                </a:cubicBezTo>
                <a:cubicBezTo>
                  <a:pt x="91050" y="177750"/>
                  <a:pt x="86701" y="182100"/>
                  <a:pt x="81294" y="182100"/>
                </a:cubicBezTo>
                <a:lnTo>
                  <a:pt x="35770" y="182100"/>
                </a:lnTo>
                <a:cubicBezTo>
                  <a:pt x="30363" y="182100"/>
                  <a:pt x="26014" y="177750"/>
                  <a:pt x="26014" y="172344"/>
                </a:cubicBezTo>
                <a:close/>
                <a:moveTo>
                  <a:pt x="120316" y="162589"/>
                </a:moveTo>
                <a:cubicBezTo>
                  <a:pt x="125722" y="162589"/>
                  <a:pt x="130071" y="166938"/>
                  <a:pt x="130071" y="172344"/>
                </a:cubicBezTo>
                <a:cubicBezTo>
                  <a:pt x="130071" y="177750"/>
                  <a:pt x="125722" y="182100"/>
                  <a:pt x="120316" y="182100"/>
                </a:cubicBezTo>
                <a:cubicBezTo>
                  <a:pt x="114910" y="182100"/>
                  <a:pt x="110560" y="177750"/>
                  <a:pt x="110560" y="172344"/>
                </a:cubicBezTo>
                <a:cubicBezTo>
                  <a:pt x="110560" y="166938"/>
                  <a:pt x="114910" y="162589"/>
                  <a:pt x="120316" y="16258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151137" y="5983272"/>
            <a:ext cx="261876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Slab-Based Policy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155472" y="6226071"/>
            <a:ext cx="261009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Joining date logic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46" y="467540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6991" y="611398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53947" y="0"/>
                </a:moveTo>
                <a:cubicBezTo>
                  <a:pt x="61407" y="0"/>
                  <a:pt x="67434" y="6027"/>
                  <a:pt x="67434" y="13487"/>
                </a:cubicBezTo>
                <a:lnTo>
                  <a:pt x="67434" y="26973"/>
                </a:lnTo>
                <a:lnTo>
                  <a:pt x="121381" y="26973"/>
                </a:lnTo>
                <a:lnTo>
                  <a:pt x="121381" y="13487"/>
                </a:lnTo>
                <a:cubicBezTo>
                  <a:pt x="121381" y="6027"/>
                  <a:pt x="127407" y="0"/>
                  <a:pt x="134867" y="0"/>
                </a:cubicBezTo>
                <a:cubicBezTo>
                  <a:pt x="142327" y="0"/>
                  <a:pt x="148354" y="6027"/>
                  <a:pt x="148354" y="13487"/>
                </a:cubicBezTo>
                <a:lnTo>
                  <a:pt x="148354" y="26973"/>
                </a:lnTo>
                <a:lnTo>
                  <a:pt x="161841" y="26973"/>
                </a:lnTo>
                <a:cubicBezTo>
                  <a:pt x="176718" y="26973"/>
                  <a:pt x="188814" y="39069"/>
                  <a:pt x="188814" y="53947"/>
                </a:cubicBezTo>
                <a:lnTo>
                  <a:pt x="188814" y="175327"/>
                </a:lnTo>
                <a:cubicBezTo>
                  <a:pt x="188814" y="190205"/>
                  <a:pt x="176718" y="202301"/>
                  <a:pt x="161841" y="202301"/>
                </a:cubicBezTo>
                <a:lnTo>
                  <a:pt x="26973" y="202301"/>
                </a:lnTo>
                <a:cubicBezTo>
                  <a:pt x="12096" y="202301"/>
                  <a:pt x="0" y="190205"/>
                  <a:pt x="0" y="175327"/>
                </a:cubicBezTo>
                <a:lnTo>
                  <a:pt x="0" y="53947"/>
                </a:lnTo>
                <a:cubicBezTo>
                  <a:pt x="0" y="39069"/>
                  <a:pt x="12096" y="26973"/>
                  <a:pt x="26973" y="26973"/>
                </a:cubicBezTo>
                <a:lnTo>
                  <a:pt x="40460" y="26973"/>
                </a:lnTo>
                <a:lnTo>
                  <a:pt x="40460" y="13487"/>
                </a:lnTo>
                <a:cubicBezTo>
                  <a:pt x="40460" y="6027"/>
                  <a:pt x="46487" y="0"/>
                  <a:pt x="53947" y="0"/>
                </a:cubicBezTo>
                <a:close/>
                <a:moveTo>
                  <a:pt x="53947" y="107894"/>
                </a:moveTo>
                <a:cubicBezTo>
                  <a:pt x="46487" y="107894"/>
                  <a:pt x="40460" y="113921"/>
                  <a:pt x="40460" y="121381"/>
                </a:cubicBezTo>
                <a:lnTo>
                  <a:pt x="40460" y="148354"/>
                </a:lnTo>
                <a:cubicBezTo>
                  <a:pt x="40460" y="155814"/>
                  <a:pt x="46487" y="161841"/>
                  <a:pt x="53947" y="161841"/>
                </a:cubicBezTo>
                <a:lnTo>
                  <a:pt x="134867" y="161841"/>
                </a:lnTo>
                <a:cubicBezTo>
                  <a:pt x="142327" y="161841"/>
                  <a:pt x="148354" y="155814"/>
                  <a:pt x="148354" y="148354"/>
                </a:cubicBezTo>
                <a:lnTo>
                  <a:pt x="148354" y="121381"/>
                </a:lnTo>
                <a:cubicBezTo>
                  <a:pt x="148354" y="113921"/>
                  <a:pt x="142327" y="107894"/>
                  <a:pt x="134867" y="107894"/>
                </a:cubicBezTo>
                <a:lnTo>
                  <a:pt x="53947" y="1078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7009" y="359646"/>
            <a:ext cx="5853239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&amp; Roster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7009" y="827186"/>
            <a:ext cx="571837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duty scheduling and shift assignment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643" y="1189829"/>
            <a:ext cx="5661428" cy="3674383"/>
          </a:xfrm>
          <a:custGeom>
            <a:avLst/>
            <a:gdLst/>
            <a:ahLst/>
            <a:cxnLst/>
            <a:rect l="l" t="t" r="r" b="b"/>
            <a:pathLst>
              <a:path w="5661428" h="3674383">
                <a:moveTo>
                  <a:pt x="107880" y="0"/>
                </a:moveTo>
                <a:lnTo>
                  <a:pt x="5553548" y="0"/>
                </a:lnTo>
                <a:cubicBezTo>
                  <a:pt x="5613128" y="0"/>
                  <a:pt x="5661428" y="48299"/>
                  <a:pt x="5661428" y="107880"/>
                </a:cubicBezTo>
                <a:lnTo>
                  <a:pt x="5661428" y="3566504"/>
                </a:lnTo>
                <a:cubicBezTo>
                  <a:pt x="5661428" y="3626084"/>
                  <a:pt x="5613128" y="3674383"/>
                  <a:pt x="5553548" y="3674383"/>
                </a:cubicBezTo>
                <a:lnTo>
                  <a:pt x="107880" y="3674383"/>
                </a:lnTo>
                <a:cubicBezTo>
                  <a:pt x="48299" y="3674383"/>
                  <a:pt x="0" y="3626084"/>
                  <a:pt x="0" y="3566504"/>
                </a:cubicBezTo>
                <a:lnTo>
                  <a:pt x="0" y="107880"/>
                </a:lnTo>
                <a:cubicBezTo>
                  <a:pt x="0" y="48339"/>
                  <a:pt x="48339" y="0"/>
                  <a:pt x="107880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012" y="1336687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89912" y="0"/>
                </a:moveTo>
                <a:cubicBezTo>
                  <a:pt x="139535" y="0"/>
                  <a:pt x="179823" y="40288"/>
                  <a:pt x="179823" y="89912"/>
                </a:cubicBezTo>
                <a:cubicBezTo>
                  <a:pt x="179823" y="139535"/>
                  <a:pt x="139535" y="179823"/>
                  <a:pt x="89912" y="179823"/>
                </a:cubicBezTo>
                <a:cubicBezTo>
                  <a:pt x="40288" y="179823"/>
                  <a:pt x="0" y="139535"/>
                  <a:pt x="0" y="89912"/>
                </a:cubicBezTo>
                <a:cubicBezTo>
                  <a:pt x="0" y="40288"/>
                  <a:pt x="40288" y="0"/>
                  <a:pt x="89912" y="0"/>
                </a:cubicBezTo>
                <a:close/>
                <a:moveTo>
                  <a:pt x="81482" y="42146"/>
                </a:moveTo>
                <a:lnTo>
                  <a:pt x="81482" y="89912"/>
                </a:lnTo>
                <a:cubicBezTo>
                  <a:pt x="81482" y="92721"/>
                  <a:pt x="82887" y="95355"/>
                  <a:pt x="85240" y="96936"/>
                </a:cubicBezTo>
                <a:lnTo>
                  <a:pt x="118957" y="119414"/>
                </a:lnTo>
                <a:cubicBezTo>
                  <a:pt x="122821" y="122013"/>
                  <a:pt x="128054" y="120959"/>
                  <a:pt x="130653" y="117061"/>
                </a:cubicBezTo>
                <a:cubicBezTo>
                  <a:pt x="133252" y="113162"/>
                  <a:pt x="132198" y="107964"/>
                  <a:pt x="128300" y="105365"/>
                </a:cubicBezTo>
                <a:lnTo>
                  <a:pt x="98341" y="85416"/>
                </a:lnTo>
                <a:lnTo>
                  <a:pt x="98341" y="42146"/>
                </a:lnTo>
                <a:cubicBezTo>
                  <a:pt x="98341" y="37475"/>
                  <a:pt x="94583" y="33717"/>
                  <a:pt x="89912" y="33717"/>
                </a:cubicBezTo>
                <a:cubicBezTo>
                  <a:pt x="85240" y="33717"/>
                  <a:pt x="81482" y="37475"/>
                  <a:pt x="81482" y="4214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8313" y="1300723"/>
            <a:ext cx="530477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Management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3534" y="1660369"/>
            <a:ext cx="5439646" cy="719292"/>
          </a:xfrm>
          <a:custGeom>
            <a:avLst/>
            <a:gdLst/>
            <a:ahLst/>
            <a:cxnLst/>
            <a:rect l="l" t="t" r="r" b="b"/>
            <a:pathLst>
              <a:path w="5439646" h="719292">
                <a:moveTo>
                  <a:pt x="71929" y="0"/>
                </a:moveTo>
                <a:lnTo>
                  <a:pt x="5367717" y="0"/>
                </a:lnTo>
                <a:cubicBezTo>
                  <a:pt x="5407442" y="0"/>
                  <a:pt x="5439646" y="32204"/>
                  <a:pt x="5439646" y="71929"/>
                </a:cubicBezTo>
                <a:lnTo>
                  <a:pt x="5439646" y="647363"/>
                </a:lnTo>
                <a:cubicBezTo>
                  <a:pt x="5439646" y="687088"/>
                  <a:pt x="5407442" y="719292"/>
                  <a:pt x="5367717" y="719292"/>
                </a:cubicBezTo>
                <a:lnTo>
                  <a:pt x="71929" y="719292"/>
                </a:lnTo>
                <a:cubicBezTo>
                  <a:pt x="32204" y="719292"/>
                  <a:pt x="0" y="687088"/>
                  <a:pt x="0" y="647363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1428" y="1768263"/>
            <a:ext cx="108792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Shift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74515" y="1768263"/>
            <a:ext cx="926088" cy="251752"/>
          </a:xfrm>
          <a:custGeom>
            <a:avLst/>
            <a:gdLst/>
            <a:ahLst/>
            <a:cxnLst/>
            <a:rect l="l" t="t" r="r" b="b"/>
            <a:pathLst>
              <a:path w="926088" h="251752">
                <a:moveTo>
                  <a:pt x="71928" y="0"/>
                </a:moveTo>
                <a:lnTo>
                  <a:pt x="854160" y="0"/>
                </a:lnTo>
                <a:cubicBezTo>
                  <a:pt x="893885" y="0"/>
                  <a:pt x="926088" y="32203"/>
                  <a:pt x="926088" y="71928"/>
                </a:cubicBezTo>
                <a:lnTo>
                  <a:pt x="926088" y="179824"/>
                </a:lnTo>
                <a:cubicBezTo>
                  <a:pt x="926088" y="219549"/>
                  <a:pt x="893885" y="251752"/>
                  <a:pt x="854160" y="251752"/>
                </a:cubicBezTo>
                <a:lnTo>
                  <a:pt x="71928" y="251752"/>
                </a:lnTo>
                <a:cubicBezTo>
                  <a:pt x="32230" y="251752"/>
                  <a:pt x="0" y="219522"/>
                  <a:pt x="0" y="179824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4515" y="1768263"/>
            <a:ext cx="989027" cy="251752"/>
          </a:xfrm>
          <a:prstGeom prst="rect">
            <a:avLst/>
          </a:prstGeom>
          <a:noFill/>
          <a:ln/>
        </p:spPr>
        <p:txBody>
          <a:bodyPr wrap="square" lIns="107894" tIns="35965" rIns="107894" bIns="35965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09:00–18:00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428" y="2091944"/>
            <a:ext cx="528679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office hours with configurable grace period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534" y="2451590"/>
            <a:ext cx="5439646" cy="719292"/>
          </a:xfrm>
          <a:custGeom>
            <a:avLst/>
            <a:gdLst/>
            <a:ahLst/>
            <a:cxnLst/>
            <a:rect l="l" t="t" r="r" b="b"/>
            <a:pathLst>
              <a:path w="5439646" h="719292">
                <a:moveTo>
                  <a:pt x="71929" y="0"/>
                </a:moveTo>
                <a:lnTo>
                  <a:pt x="5367717" y="0"/>
                </a:lnTo>
                <a:cubicBezTo>
                  <a:pt x="5407442" y="0"/>
                  <a:pt x="5439646" y="32204"/>
                  <a:pt x="5439646" y="71929"/>
                </a:cubicBezTo>
                <a:lnTo>
                  <a:pt x="5439646" y="647363"/>
                </a:lnTo>
                <a:cubicBezTo>
                  <a:pt x="5439646" y="687088"/>
                  <a:pt x="5407442" y="719292"/>
                  <a:pt x="5367717" y="719292"/>
                </a:cubicBezTo>
                <a:lnTo>
                  <a:pt x="71929" y="719292"/>
                </a:lnTo>
                <a:cubicBezTo>
                  <a:pt x="32204" y="719292"/>
                  <a:pt x="0" y="687088"/>
                  <a:pt x="0" y="647363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1428" y="2559484"/>
            <a:ext cx="112389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 Shift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19898" y="2559484"/>
            <a:ext cx="683327" cy="251752"/>
          </a:xfrm>
          <a:custGeom>
            <a:avLst/>
            <a:gdLst/>
            <a:ahLst/>
            <a:cxnLst/>
            <a:rect l="l" t="t" r="r" b="b"/>
            <a:pathLst>
              <a:path w="683327" h="251752">
                <a:moveTo>
                  <a:pt x="71928" y="0"/>
                </a:moveTo>
                <a:lnTo>
                  <a:pt x="611399" y="0"/>
                </a:lnTo>
                <a:cubicBezTo>
                  <a:pt x="651098" y="0"/>
                  <a:pt x="683327" y="32230"/>
                  <a:pt x="683327" y="71928"/>
                </a:cubicBezTo>
                <a:lnTo>
                  <a:pt x="683327" y="179824"/>
                </a:lnTo>
                <a:cubicBezTo>
                  <a:pt x="683327" y="219522"/>
                  <a:pt x="651098" y="251752"/>
                  <a:pt x="611399" y="251752"/>
                </a:cubicBezTo>
                <a:lnTo>
                  <a:pt x="71928" y="251752"/>
                </a:lnTo>
                <a:cubicBezTo>
                  <a:pt x="32230" y="251752"/>
                  <a:pt x="0" y="219522"/>
                  <a:pt x="0" y="179824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19898" y="2559484"/>
            <a:ext cx="746265" cy="251752"/>
          </a:xfrm>
          <a:prstGeom prst="rect">
            <a:avLst/>
          </a:prstGeom>
          <a:noFill/>
          <a:ln/>
        </p:spPr>
        <p:txBody>
          <a:bodyPr wrap="square" lIns="107894" tIns="35965" rIns="107894" bIns="35965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428" y="2883165"/>
            <a:ext cx="528679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morning duty assignment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3534" y="3242811"/>
            <a:ext cx="5439646" cy="719292"/>
          </a:xfrm>
          <a:custGeom>
            <a:avLst/>
            <a:gdLst/>
            <a:ahLst/>
            <a:cxnLst/>
            <a:rect l="l" t="t" r="r" b="b"/>
            <a:pathLst>
              <a:path w="5439646" h="719292">
                <a:moveTo>
                  <a:pt x="71929" y="0"/>
                </a:moveTo>
                <a:lnTo>
                  <a:pt x="5367717" y="0"/>
                </a:lnTo>
                <a:cubicBezTo>
                  <a:pt x="5407442" y="0"/>
                  <a:pt x="5439646" y="32204"/>
                  <a:pt x="5439646" y="71929"/>
                </a:cubicBezTo>
                <a:lnTo>
                  <a:pt x="5439646" y="647363"/>
                </a:lnTo>
                <a:cubicBezTo>
                  <a:pt x="5439646" y="687088"/>
                  <a:pt x="5407442" y="719292"/>
                  <a:pt x="5367717" y="719292"/>
                </a:cubicBezTo>
                <a:lnTo>
                  <a:pt x="71929" y="719292"/>
                </a:lnTo>
                <a:cubicBezTo>
                  <a:pt x="32204" y="719292"/>
                  <a:pt x="0" y="687088"/>
                  <a:pt x="0" y="647363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428" y="3350705"/>
            <a:ext cx="111490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Evening Shift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19898" y="3350705"/>
            <a:ext cx="683327" cy="251752"/>
          </a:xfrm>
          <a:custGeom>
            <a:avLst/>
            <a:gdLst/>
            <a:ahLst/>
            <a:cxnLst/>
            <a:rect l="l" t="t" r="r" b="b"/>
            <a:pathLst>
              <a:path w="683327" h="251752">
                <a:moveTo>
                  <a:pt x="71928" y="0"/>
                </a:moveTo>
                <a:lnTo>
                  <a:pt x="611399" y="0"/>
                </a:lnTo>
                <a:cubicBezTo>
                  <a:pt x="651098" y="0"/>
                  <a:pt x="683327" y="32230"/>
                  <a:pt x="683327" y="71928"/>
                </a:cubicBezTo>
                <a:lnTo>
                  <a:pt x="683327" y="179824"/>
                </a:lnTo>
                <a:cubicBezTo>
                  <a:pt x="683327" y="219522"/>
                  <a:pt x="651098" y="251752"/>
                  <a:pt x="611399" y="251752"/>
                </a:cubicBezTo>
                <a:lnTo>
                  <a:pt x="71928" y="251752"/>
                </a:lnTo>
                <a:cubicBezTo>
                  <a:pt x="32230" y="251752"/>
                  <a:pt x="0" y="219522"/>
                  <a:pt x="0" y="179824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19898" y="3350705"/>
            <a:ext cx="746265" cy="251752"/>
          </a:xfrm>
          <a:prstGeom prst="rect">
            <a:avLst/>
          </a:prstGeom>
          <a:noFill/>
          <a:ln/>
        </p:spPr>
        <p:txBody>
          <a:bodyPr wrap="square" lIns="107894" tIns="35965" rIns="107894" bIns="35965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428" y="3674386"/>
            <a:ext cx="528679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 evening duty assignment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3534" y="4034032"/>
            <a:ext cx="5439646" cy="719292"/>
          </a:xfrm>
          <a:custGeom>
            <a:avLst/>
            <a:gdLst/>
            <a:ahLst/>
            <a:cxnLst/>
            <a:rect l="l" t="t" r="r" b="b"/>
            <a:pathLst>
              <a:path w="5439646" h="719292">
                <a:moveTo>
                  <a:pt x="71929" y="0"/>
                </a:moveTo>
                <a:lnTo>
                  <a:pt x="5367717" y="0"/>
                </a:lnTo>
                <a:cubicBezTo>
                  <a:pt x="5407442" y="0"/>
                  <a:pt x="5439646" y="32204"/>
                  <a:pt x="5439646" y="71929"/>
                </a:cubicBezTo>
                <a:lnTo>
                  <a:pt x="5439646" y="647363"/>
                </a:lnTo>
                <a:cubicBezTo>
                  <a:pt x="5439646" y="687088"/>
                  <a:pt x="5407442" y="719292"/>
                  <a:pt x="5367717" y="719292"/>
                </a:cubicBezTo>
                <a:lnTo>
                  <a:pt x="71929" y="719292"/>
                </a:lnTo>
                <a:cubicBezTo>
                  <a:pt x="32204" y="719292"/>
                  <a:pt x="0" y="687088"/>
                  <a:pt x="0" y="647363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1428" y="4141926"/>
            <a:ext cx="89911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Night Shift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19898" y="4141926"/>
            <a:ext cx="683327" cy="251752"/>
          </a:xfrm>
          <a:custGeom>
            <a:avLst/>
            <a:gdLst/>
            <a:ahLst/>
            <a:cxnLst/>
            <a:rect l="l" t="t" r="r" b="b"/>
            <a:pathLst>
              <a:path w="683327" h="251752">
                <a:moveTo>
                  <a:pt x="71928" y="0"/>
                </a:moveTo>
                <a:lnTo>
                  <a:pt x="611399" y="0"/>
                </a:lnTo>
                <a:cubicBezTo>
                  <a:pt x="651098" y="0"/>
                  <a:pt x="683327" y="32230"/>
                  <a:pt x="683327" y="71928"/>
                </a:cubicBezTo>
                <a:lnTo>
                  <a:pt x="683327" y="179824"/>
                </a:lnTo>
                <a:cubicBezTo>
                  <a:pt x="683327" y="219522"/>
                  <a:pt x="651098" y="251752"/>
                  <a:pt x="611399" y="251752"/>
                </a:cubicBezTo>
                <a:lnTo>
                  <a:pt x="71928" y="251752"/>
                </a:lnTo>
                <a:cubicBezTo>
                  <a:pt x="32230" y="251752"/>
                  <a:pt x="0" y="219522"/>
                  <a:pt x="0" y="179824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19898" y="4141926"/>
            <a:ext cx="746265" cy="251752"/>
          </a:xfrm>
          <a:prstGeom prst="rect">
            <a:avLst/>
          </a:prstGeom>
          <a:noFill/>
          <a:ln/>
        </p:spPr>
        <p:txBody>
          <a:bodyPr wrap="square" lIns="107894" tIns="35965" rIns="107894" bIns="35965" rtlCol="0" anchor="ctr"/>
          <a:lstStyle/>
          <a:p>
            <a:pPr>
              <a:lnSpc>
                <a:spcPct val="120000"/>
              </a:lnSpc>
            </a:pPr>
            <a:r>
              <a:rPr lang="en-US" sz="99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1428" y="4465608"/>
            <a:ext cx="528679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Overnight duty assignment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893" y="1189829"/>
            <a:ext cx="5661428" cy="3674383"/>
          </a:xfrm>
          <a:custGeom>
            <a:avLst/>
            <a:gdLst/>
            <a:ahLst/>
            <a:cxnLst/>
            <a:rect l="l" t="t" r="r" b="b"/>
            <a:pathLst>
              <a:path w="5661428" h="3674383">
                <a:moveTo>
                  <a:pt x="107880" y="0"/>
                </a:moveTo>
                <a:lnTo>
                  <a:pt x="5553548" y="0"/>
                </a:lnTo>
                <a:cubicBezTo>
                  <a:pt x="5613128" y="0"/>
                  <a:pt x="5661428" y="48299"/>
                  <a:pt x="5661428" y="107880"/>
                </a:cubicBezTo>
                <a:lnTo>
                  <a:pt x="5661428" y="3566504"/>
                </a:lnTo>
                <a:cubicBezTo>
                  <a:pt x="5661428" y="3626084"/>
                  <a:pt x="5613128" y="3674383"/>
                  <a:pt x="5553548" y="3674383"/>
                </a:cubicBezTo>
                <a:lnTo>
                  <a:pt x="107880" y="3674383"/>
                </a:lnTo>
                <a:cubicBezTo>
                  <a:pt x="48299" y="3674383"/>
                  <a:pt x="0" y="3626084"/>
                  <a:pt x="0" y="3566504"/>
                </a:cubicBezTo>
                <a:lnTo>
                  <a:pt x="0" y="107880"/>
                </a:lnTo>
                <a:cubicBezTo>
                  <a:pt x="0" y="48339"/>
                  <a:pt x="48339" y="0"/>
                  <a:pt x="107880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17501" y="1336687"/>
            <a:ext cx="157345" cy="179823"/>
          </a:xfrm>
          <a:custGeom>
            <a:avLst/>
            <a:gdLst/>
            <a:ahLst/>
            <a:cxnLst/>
            <a:rect l="l" t="t" r="r" b="b"/>
            <a:pathLst>
              <a:path w="157345" h="179823">
                <a:moveTo>
                  <a:pt x="89912" y="56195"/>
                </a:moveTo>
                <a:lnTo>
                  <a:pt x="89912" y="89912"/>
                </a:lnTo>
                <a:lnTo>
                  <a:pt x="134867" y="89912"/>
                </a:lnTo>
                <a:lnTo>
                  <a:pt x="134867" y="56195"/>
                </a:lnTo>
                <a:lnTo>
                  <a:pt x="89912" y="56195"/>
                </a:lnTo>
                <a:close/>
                <a:moveTo>
                  <a:pt x="67434" y="56195"/>
                </a:moveTo>
                <a:lnTo>
                  <a:pt x="22478" y="56195"/>
                </a:lnTo>
                <a:lnTo>
                  <a:pt x="22478" y="89912"/>
                </a:lnTo>
                <a:lnTo>
                  <a:pt x="67434" y="89912"/>
                </a:lnTo>
                <a:lnTo>
                  <a:pt x="67434" y="56195"/>
                </a:lnTo>
                <a:close/>
                <a:moveTo>
                  <a:pt x="0" y="112389"/>
                </a:moveTo>
                <a:lnTo>
                  <a:pt x="0" y="33717"/>
                </a:lnTo>
                <a:cubicBezTo>
                  <a:pt x="0" y="21319"/>
                  <a:pt x="10080" y="11239"/>
                  <a:pt x="22478" y="11239"/>
                </a:cubicBezTo>
                <a:lnTo>
                  <a:pt x="134867" y="11239"/>
                </a:lnTo>
                <a:cubicBezTo>
                  <a:pt x="147265" y="11239"/>
                  <a:pt x="157345" y="21319"/>
                  <a:pt x="157345" y="33717"/>
                </a:cubicBezTo>
                <a:lnTo>
                  <a:pt x="157345" y="146106"/>
                </a:lnTo>
                <a:cubicBezTo>
                  <a:pt x="157345" y="158504"/>
                  <a:pt x="147265" y="168584"/>
                  <a:pt x="134867" y="168584"/>
                </a:cubicBezTo>
                <a:lnTo>
                  <a:pt x="22478" y="168584"/>
                </a:lnTo>
                <a:cubicBezTo>
                  <a:pt x="10080" y="168584"/>
                  <a:pt x="0" y="158504"/>
                  <a:pt x="0" y="146106"/>
                </a:cubicBezTo>
                <a:lnTo>
                  <a:pt x="0" y="112389"/>
                </a:lnTo>
                <a:close/>
                <a:moveTo>
                  <a:pt x="134867" y="112389"/>
                </a:moveTo>
                <a:lnTo>
                  <a:pt x="89912" y="112389"/>
                </a:lnTo>
                <a:lnTo>
                  <a:pt x="89912" y="146106"/>
                </a:lnTo>
                <a:lnTo>
                  <a:pt x="134867" y="146106"/>
                </a:lnTo>
                <a:lnTo>
                  <a:pt x="134867" y="112389"/>
                </a:lnTo>
                <a:close/>
                <a:moveTo>
                  <a:pt x="67434" y="146106"/>
                </a:moveTo>
                <a:lnTo>
                  <a:pt x="67434" y="112389"/>
                </a:lnTo>
                <a:lnTo>
                  <a:pt x="22478" y="112389"/>
                </a:lnTo>
                <a:lnTo>
                  <a:pt x="22478" y="146106"/>
                </a:lnTo>
                <a:lnTo>
                  <a:pt x="67434" y="146106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08563" y="1300723"/>
            <a:ext cx="530477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Duty Roster System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1766" y="1660369"/>
            <a:ext cx="5421664" cy="719292"/>
          </a:xfrm>
          <a:custGeom>
            <a:avLst/>
            <a:gdLst/>
            <a:ahLst/>
            <a:cxnLst/>
            <a:rect l="l" t="t" r="r" b="b"/>
            <a:pathLst>
              <a:path w="5421664" h="719292">
                <a:moveTo>
                  <a:pt x="35965" y="0"/>
                </a:moveTo>
                <a:lnTo>
                  <a:pt x="5349735" y="0"/>
                </a:lnTo>
                <a:cubicBezTo>
                  <a:pt x="5389460" y="0"/>
                  <a:pt x="5421664" y="32204"/>
                  <a:pt x="5421664" y="71929"/>
                </a:cubicBezTo>
                <a:lnTo>
                  <a:pt x="5421664" y="647363"/>
                </a:lnTo>
                <a:cubicBezTo>
                  <a:pt x="5421664" y="687088"/>
                  <a:pt x="5389460" y="719292"/>
                  <a:pt x="5349735" y="719292"/>
                </a:cubicBez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01766" y="1660369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65" y="0"/>
                </a:moveTo>
                <a:lnTo>
                  <a:pt x="35965" y="0"/>
                </a:lnTo>
                <a:lnTo>
                  <a:pt x="35965" y="719292"/>
                </a:ln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27643" y="1768263"/>
            <a:ext cx="359646" cy="359646"/>
          </a:xfrm>
          <a:custGeom>
            <a:avLst/>
            <a:gdLst/>
            <a:ahLst/>
            <a:cxnLst/>
            <a:rect l="l" t="t" r="r" b="b"/>
            <a:pathLst>
              <a:path w="359646" h="359646">
                <a:moveTo>
                  <a:pt x="71929" y="0"/>
                </a:moveTo>
                <a:lnTo>
                  <a:pt x="287717" y="0"/>
                </a:lnTo>
                <a:cubicBezTo>
                  <a:pt x="327442" y="0"/>
                  <a:pt x="359646" y="32204"/>
                  <a:pt x="359646" y="71929"/>
                </a:cubicBezTo>
                <a:lnTo>
                  <a:pt x="359646" y="287717"/>
                </a:lnTo>
                <a:cubicBezTo>
                  <a:pt x="359646" y="327442"/>
                  <a:pt x="327442" y="359646"/>
                  <a:pt x="287717" y="359646"/>
                </a:cubicBezTo>
                <a:lnTo>
                  <a:pt x="71929" y="359646"/>
                </a:lnTo>
                <a:cubicBezTo>
                  <a:pt x="32204" y="359646"/>
                  <a:pt x="0" y="327442"/>
                  <a:pt x="0" y="28771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57452" y="1822209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5182" y="1768263"/>
            <a:ext cx="341663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Template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95182" y="2055979"/>
            <a:ext cx="340764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Pre-filled Excel roster with employee names and IDs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1766" y="2451590"/>
            <a:ext cx="5421664" cy="719292"/>
          </a:xfrm>
          <a:custGeom>
            <a:avLst/>
            <a:gdLst/>
            <a:ahLst/>
            <a:cxnLst/>
            <a:rect l="l" t="t" r="r" b="b"/>
            <a:pathLst>
              <a:path w="5421664" h="719292">
                <a:moveTo>
                  <a:pt x="35965" y="0"/>
                </a:moveTo>
                <a:lnTo>
                  <a:pt x="5349735" y="0"/>
                </a:lnTo>
                <a:cubicBezTo>
                  <a:pt x="5389460" y="0"/>
                  <a:pt x="5421664" y="32204"/>
                  <a:pt x="5421664" y="71929"/>
                </a:cubicBezTo>
                <a:lnTo>
                  <a:pt x="5421664" y="647363"/>
                </a:lnTo>
                <a:cubicBezTo>
                  <a:pt x="5421664" y="687088"/>
                  <a:pt x="5389460" y="719292"/>
                  <a:pt x="5349735" y="719292"/>
                </a:cubicBez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1766" y="2451590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65" y="0"/>
                </a:moveTo>
                <a:lnTo>
                  <a:pt x="35965" y="0"/>
                </a:lnTo>
                <a:lnTo>
                  <a:pt x="35965" y="719292"/>
                </a:ln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27643" y="2559484"/>
            <a:ext cx="359646" cy="359646"/>
          </a:xfrm>
          <a:custGeom>
            <a:avLst/>
            <a:gdLst/>
            <a:ahLst/>
            <a:cxnLst/>
            <a:rect l="l" t="t" r="r" b="b"/>
            <a:pathLst>
              <a:path w="359646" h="359646">
                <a:moveTo>
                  <a:pt x="71929" y="0"/>
                </a:moveTo>
                <a:lnTo>
                  <a:pt x="287717" y="0"/>
                </a:lnTo>
                <a:cubicBezTo>
                  <a:pt x="327442" y="0"/>
                  <a:pt x="359646" y="32204"/>
                  <a:pt x="359646" y="71929"/>
                </a:cubicBezTo>
                <a:lnTo>
                  <a:pt x="359646" y="287717"/>
                </a:lnTo>
                <a:cubicBezTo>
                  <a:pt x="359646" y="327442"/>
                  <a:pt x="327442" y="359646"/>
                  <a:pt x="287717" y="359646"/>
                </a:cubicBezTo>
                <a:lnTo>
                  <a:pt x="71929" y="359646"/>
                </a:lnTo>
                <a:cubicBezTo>
                  <a:pt x="32204" y="359646"/>
                  <a:pt x="0" y="327442"/>
                  <a:pt x="0" y="28771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57452" y="2613431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5182" y="2559484"/>
            <a:ext cx="374031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 Shift Codes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5182" y="2847201"/>
            <a:ext cx="373132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G=General, M=Morning, E=Evening, N=Night, O=Off Day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1766" y="3242811"/>
            <a:ext cx="5421664" cy="719292"/>
          </a:xfrm>
          <a:custGeom>
            <a:avLst/>
            <a:gdLst/>
            <a:ahLst/>
            <a:cxnLst/>
            <a:rect l="l" t="t" r="r" b="b"/>
            <a:pathLst>
              <a:path w="5421664" h="719292">
                <a:moveTo>
                  <a:pt x="35965" y="0"/>
                </a:moveTo>
                <a:lnTo>
                  <a:pt x="5349735" y="0"/>
                </a:lnTo>
                <a:cubicBezTo>
                  <a:pt x="5389460" y="0"/>
                  <a:pt x="5421664" y="32204"/>
                  <a:pt x="5421664" y="71929"/>
                </a:cubicBezTo>
                <a:lnTo>
                  <a:pt x="5421664" y="647363"/>
                </a:lnTo>
                <a:cubicBezTo>
                  <a:pt x="5421664" y="687088"/>
                  <a:pt x="5389460" y="719292"/>
                  <a:pt x="5349735" y="719292"/>
                </a:cubicBez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01766" y="3242811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65" y="0"/>
                </a:moveTo>
                <a:lnTo>
                  <a:pt x="35965" y="0"/>
                </a:lnTo>
                <a:lnTo>
                  <a:pt x="35965" y="719292"/>
                </a:lnTo>
                <a:lnTo>
                  <a:pt x="35965" y="719292"/>
                </a:lnTo>
                <a:cubicBezTo>
                  <a:pt x="16102" y="719292"/>
                  <a:pt x="0" y="703190"/>
                  <a:pt x="0" y="683327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27643" y="3350705"/>
            <a:ext cx="359646" cy="359646"/>
          </a:xfrm>
          <a:custGeom>
            <a:avLst/>
            <a:gdLst/>
            <a:ahLst/>
            <a:cxnLst/>
            <a:rect l="l" t="t" r="r" b="b"/>
            <a:pathLst>
              <a:path w="359646" h="359646">
                <a:moveTo>
                  <a:pt x="71929" y="0"/>
                </a:moveTo>
                <a:lnTo>
                  <a:pt x="287717" y="0"/>
                </a:lnTo>
                <a:cubicBezTo>
                  <a:pt x="327442" y="0"/>
                  <a:pt x="359646" y="32204"/>
                  <a:pt x="359646" y="71929"/>
                </a:cubicBezTo>
                <a:lnTo>
                  <a:pt x="359646" y="287717"/>
                </a:lnTo>
                <a:cubicBezTo>
                  <a:pt x="359646" y="327442"/>
                  <a:pt x="327442" y="359646"/>
                  <a:pt x="287717" y="359646"/>
                </a:cubicBezTo>
                <a:lnTo>
                  <a:pt x="71929" y="359646"/>
                </a:lnTo>
                <a:cubicBezTo>
                  <a:pt x="32204" y="359646"/>
                  <a:pt x="0" y="327442"/>
                  <a:pt x="0" y="28771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57452" y="3404652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95182" y="3350705"/>
            <a:ext cx="307497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Roster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5182" y="3638422"/>
            <a:ext cx="306598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auto-assigns shifts for the entire month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83784" y="4069997"/>
            <a:ext cx="5439646" cy="683327"/>
          </a:xfrm>
          <a:custGeom>
            <a:avLst/>
            <a:gdLst/>
            <a:ahLst/>
            <a:cxnLst/>
            <a:rect l="l" t="t" r="r" b="b"/>
            <a:pathLst>
              <a:path w="5439646" h="683327">
                <a:moveTo>
                  <a:pt x="71927" y="0"/>
                </a:moveTo>
                <a:lnTo>
                  <a:pt x="5367719" y="0"/>
                </a:lnTo>
                <a:cubicBezTo>
                  <a:pt x="5407443" y="0"/>
                  <a:pt x="5439646" y="32203"/>
                  <a:pt x="5439646" y="71927"/>
                </a:cubicBezTo>
                <a:lnTo>
                  <a:pt x="5439646" y="611400"/>
                </a:lnTo>
                <a:cubicBezTo>
                  <a:pt x="5439646" y="651125"/>
                  <a:pt x="5407443" y="683327"/>
                  <a:pt x="5367719" y="683327"/>
                </a:cubicBezTo>
                <a:lnTo>
                  <a:pt x="71927" y="683327"/>
                </a:lnTo>
                <a:cubicBezTo>
                  <a:pt x="32229" y="683327"/>
                  <a:pt x="0" y="651098"/>
                  <a:pt x="0" y="611400"/>
                </a:cubicBezTo>
                <a:lnTo>
                  <a:pt x="0" y="71927"/>
                </a:lnTo>
                <a:cubicBezTo>
                  <a:pt x="0" y="32203"/>
                  <a:pt x="32203" y="0"/>
                  <a:pt x="71927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09660" y="4213855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132507" y="6097"/>
                </a:moveTo>
                <a:cubicBezTo>
                  <a:pt x="126354" y="-56"/>
                  <a:pt x="116407" y="-56"/>
                  <a:pt x="110254" y="6097"/>
                </a:cubicBezTo>
                <a:lnTo>
                  <a:pt x="103398" y="12953"/>
                </a:lnTo>
                <a:lnTo>
                  <a:pt x="130906" y="40460"/>
                </a:lnTo>
                <a:lnTo>
                  <a:pt x="137761" y="33604"/>
                </a:lnTo>
                <a:cubicBezTo>
                  <a:pt x="143915" y="27451"/>
                  <a:pt x="143915" y="17505"/>
                  <a:pt x="137761" y="11351"/>
                </a:cubicBezTo>
                <a:lnTo>
                  <a:pt x="132507" y="6097"/>
                </a:lnTo>
                <a:close/>
                <a:moveTo>
                  <a:pt x="48440" y="67911"/>
                </a:moveTo>
                <a:cubicBezTo>
                  <a:pt x="46726" y="69625"/>
                  <a:pt x="45405" y="71733"/>
                  <a:pt x="44647" y="74065"/>
                </a:cubicBezTo>
                <a:lnTo>
                  <a:pt x="36330" y="99015"/>
                </a:lnTo>
                <a:cubicBezTo>
                  <a:pt x="35515" y="101431"/>
                  <a:pt x="36161" y="104101"/>
                  <a:pt x="37960" y="105927"/>
                </a:cubicBezTo>
                <a:cubicBezTo>
                  <a:pt x="39758" y="107753"/>
                  <a:pt x="42427" y="108371"/>
                  <a:pt x="44871" y="107557"/>
                </a:cubicBezTo>
                <a:lnTo>
                  <a:pt x="69822" y="99240"/>
                </a:lnTo>
                <a:cubicBezTo>
                  <a:pt x="72126" y="98481"/>
                  <a:pt x="74233" y="97161"/>
                  <a:pt x="75975" y="95447"/>
                </a:cubicBezTo>
                <a:lnTo>
                  <a:pt x="121381" y="49985"/>
                </a:lnTo>
                <a:lnTo>
                  <a:pt x="93873" y="22478"/>
                </a:lnTo>
                <a:lnTo>
                  <a:pt x="48440" y="67911"/>
                </a:lnTo>
                <a:close/>
                <a:moveTo>
                  <a:pt x="26973" y="17982"/>
                </a:moveTo>
                <a:cubicBezTo>
                  <a:pt x="12082" y="17982"/>
                  <a:pt x="0" y="30064"/>
                  <a:pt x="0" y="44956"/>
                </a:cubicBezTo>
                <a:lnTo>
                  <a:pt x="0" y="116885"/>
                </a:lnTo>
                <a:cubicBezTo>
                  <a:pt x="0" y="131777"/>
                  <a:pt x="12082" y="143858"/>
                  <a:pt x="26973" y="143858"/>
                </a:cubicBezTo>
                <a:lnTo>
                  <a:pt x="98903" y="143858"/>
                </a:lnTo>
                <a:cubicBezTo>
                  <a:pt x="113794" y="143858"/>
                  <a:pt x="125876" y="131777"/>
                  <a:pt x="125876" y="116885"/>
                </a:cubicBezTo>
                <a:lnTo>
                  <a:pt x="125876" y="89912"/>
                </a:lnTo>
                <a:cubicBezTo>
                  <a:pt x="125876" y="84938"/>
                  <a:pt x="121858" y="80920"/>
                  <a:pt x="116885" y="80920"/>
                </a:cubicBezTo>
                <a:cubicBezTo>
                  <a:pt x="111912" y="80920"/>
                  <a:pt x="107894" y="84938"/>
                  <a:pt x="107894" y="89912"/>
                </a:cubicBezTo>
                <a:lnTo>
                  <a:pt x="107894" y="116885"/>
                </a:lnTo>
                <a:cubicBezTo>
                  <a:pt x="107894" y="121858"/>
                  <a:pt x="103876" y="125876"/>
                  <a:pt x="98903" y="125876"/>
                </a:cubicBezTo>
                <a:lnTo>
                  <a:pt x="26973" y="125876"/>
                </a:lnTo>
                <a:cubicBezTo>
                  <a:pt x="22000" y="125876"/>
                  <a:pt x="17982" y="121858"/>
                  <a:pt x="17982" y="116885"/>
                </a:cubicBezTo>
                <a:lnTo>
                  <a:pt x="17982" y="44956"/>
                </a:lnTo>
                <a:cubicBezTo>
                  <a:pt x="17982" y="39983"/>
                  <a:pt x="22000" y="35965"/>
                  <a:pt x="26973" y="35965"/>
                </a:cubicBezTo>
                <a:lnTo>
                  <a:pt x="53947" y="35965"/>
                </a:lnTo>
                <a:cubicBezTo>
                  <a:pt x="58920" y="35965"/>
                  <a:pt x="62938" y="31947"/>
                  <a:pt x="62938" y="26973"/>
                </a:cubicBezTo>
                <a:cubicBezTo>
                  <a:pt x="62938" y="22000"/>
                  <a:pt x="58920" y="17982"/>
                  <a:pt x="53947" y="17982"/>
                </a:cubicBezTo>
                <a:lnTo>
                  <a:pt x="26973" y="1798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22424" y="4177891"/>
            <a:ext cx="5065041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Per-Employee Overrides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91678" y="4465608"/>
            <a:ext cx="528679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shift adjustments without affecting the entire roster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62643" y="4978102"/>
            <a:ext cx="11469711" cy="1516507"/>
          </a:xfrm>
          <a:custGeom>
            <a:avLst/>
            <a:gdLst/>
            <a:ahLst/>
            <a:cxnLst/>
            <a:rect l="l" t="t" r="r" b="b"/>
            <a:pathLst>
              <a:path w="11469711" h="1516507">
                <a:moveTo>
                  <a:pt x="107899" y="0"/>
                </a:moveTo>
                <a:lnTo>
                  <a:pt x="11361811" y="0"/>
                </a:lnTo>
                <a:cubicBezTo>
                  <a:pt x="11421403" y="0"/>
                  <a:pt x="11469711" y="48308"/>
                  <a:pt x="11469711" y="107899"/>
                </a:cubicBezTo>
                <a:lnTo>
                  <a:pt x="11469711" y="1408608"/>
                </a:lnTo>
                <a:cubicBezTo>
                  <a:pt x="11469711" y="1468199"/>
                  <a:pt x="11421403" y="1516507"/>
                  <a:pt x="11361811" y="1516507"/>
                </a:cubicBezTo>
                <a:lnTo>
                  <a:pt x="107899" y="1516507"/>
                </a:lnTo>
                <a:cubicBezTo>
                  <a:pt x="48308" y="1516507"/>
                  <a:pt x="0" y="1468199"/>
                  <a:pt x="0" y="1408608"/>
                </a:cubicBezTo>
                <a:lnTo>
                  <a:pt x="0" y="107899"/>
                </a:lnTo>
                <a:cubicBezTo>
                  <a:pt x="0" y="48348"/>
                  <a:pt x="48348" y="0"/>
                  <a:pt x="1078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96012" y="5124956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81658" y="1826"/>
                </a:moveTo>
                <a:cubicBezTo>
                  <a:pt x="86891" y="-597"/>
                  <a:pt x="92932" y="-597"/>
                  <a:pt x="98165" y="1826"/>
                </a:cubicBezTo>
                <a:lnTo>
                  <a:pt x="174941" y="37299"/>
                </a:lnTo>
                <a:cubicBezTo>
                  <a:pt x="177926" y="38669"/>
                  <a:pt x="179823" y="41654"/>
                  <a:pt x="179823" y="44956"/>
                </a:cubicBezTo>
                <a:cubicBezTo>
                  <a:pt x="179823" y="48257"/>
                  <a:pt x="177926" y="51243"/>
                  <a:pt x="174941" y="52612"/>
                </a:cubicBezTo>
                <a:lnTo>
                  <a:pt x="98165" y="88085"/>
                </a:lnTo>
                <a:cubicBezTo>
                  <a:pt x="92932" y="90509"/>
                  <a:pt x="86891" y="90509"/>
                  <a:pt x="81658" y="88085"/>
                </a:cubicBezTo>
                <a:lnTo>
                  <a:pt x="4882" y="52612"/>
                </a:lnTo>
                <a:cubicBezTo>
                  <a:pt x="1897" y="51207"/>
                  <a:pt x="0" y="48222"/>
                  <a:pt x="0" y="44956"/>
                </a:cubicBezTo>
                <a:cubicBezTo>
                  <a:pt x="0" y="41689"/>
                  <a:pt x="1897" y="38669"/>
                  <a:pt x="4882" y="37299"/>
                </a:cubicBezTo>
                <a:lnTo>
                  <a:pt x="81658" y="1826"/>
                </a:lnTo>
                <a:close/>
                <a:moveTo>
                  <a:pt x="16894" y="76706"/>
                </a:moveTo>
                <a:lnTo>
                  <a:pt x="74598" y="103363"/>
                </a:lnTo>
                <a:cubicBezTo>
                  <a:pt x="84327" y="107859"/>
                  <a:pt x="95531" y="107859"/>
                  <a:pt x="105260" y="103363"/>
                </a:cubicBezTo>
                <a:lnTo>
                  <a:pt x="162965" y="76706"/>
                </a:lnTo>
                <a:lnTo>
                  <a:pt x="174941" y="82255"/>
                </a:lnTo>
                <a:cubicBezTo>
                  <a:pt x="177926" y="83625"/>
                  <a:pt x="179823" y="86610"/>
                  <a:pt x="179823" y="89912"/>
                </a:cubicBezTo>
                <a:cubicBezTo>
                  <a:pt x="179823" y="93213"/>
                  <a:pt x="177926" y="96198"/>
                  <a:pt x="174941" y="97568"/>
                </a:cubicBezTo>
                <a:lnTo>
                  <a:pt x="98165" y="133041"/>
                </a:lnTo>
                <a:cubicBezTo>
                  <a:pt x="92932" y="135464"/>
                  <a:pt x="86891" y="135464"/>
                  <a:pt x="81658" y="133041"/>
                </a:cubicBezTo>
                <a:lnTo>
                  <a:pt x="4882" y="97568"/>
                </a:lnTo>
                <a:cubicBezTo>
                  <a:pt x="1897" y="96163"/>
                  <a:pt x="0" y="93178"/>
                  <a:pt x="0" y="89912"/>
                </a:cubicBezTo>
                <a:cubicBezTo>
                  <a:pt x="0" y="86645"/>
                  <a:pt x="1897" y="83625"/>
                  <a:pt x="4882" y="82255"/>
                </a:cubicBezTo>
                <a:lnTo>
                  <a:pt x="16858" y="76706"/>
                </a:lnTo>
                <a:close/>
                <a:moveTo>
                  <a:pt x="4882" y="127211"/>
                </a:moveTo>
                <a:lnTo>
                  <a:pt x="16858" y="121662"/>
                </a:lnTo>
                <a:lnTo>
                  <a:pt x="74563" y="148319"/>
                </a:lnTo>
                <a:cubicBezTo>
                  <a:pt x="84292" y="152814"/>
                  <a:pt x="95496" y="152814"/>
                  <a:pt x="105225" y="148319"/>
                </a:cubicBezTo>
                <a:lnTo>
                  <a:pt x="162929" y="121662"/>
                </a:lnTo>
                <a:lnTo>
                  <a:pt x="174906" y="127211"/>
                </a:lnTo>
                <a:cubicBezTo>
                  <a:pt x="177891" y="128580"/>
                  <a:pt x="179788" y="131566"/>
                  <a:pt x="179788" y="134867"/>
                </a:cubicBezTo>
                <a:cubicBezTo>
                  <a:pt x="179788" y="138169"/>
                  <a:pt x="177891" y="141154"/>
                  <a:pt x="174906" y="142524"/>
                </a:cubicBezTo>
                <a:lnTo>
                  <a:pt x="98130" y="177997"/>
                </a:lnTo>
                <a:cubicBezTo>
                  <a:pt x="92897" y="180420"/>
                  <a:pt x="86856" y="180420"/>
                  <a:pt x="81623" y="177997"/>
                </a:cubicBezTo>
                <a:lnTo>
                  <a:pt x="4882" y="142524"/>
                </a:lnTo>
                <a:cubicBezTo>
                  <a:pt x="1897" y="141119"/>
                  <a:pt x="0" y="138134"/>
                  <a:pt x="0" y="134867"/>
                </a:cubicBezTo>
                <a:cubicBezTo>
                  <a:pt x="0" y="131601"/>
                  <a:pt x="1897" y="128580"/>
                  <a:pt x="4882" y="12721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8313" y="5088991"/>
            <a:ext cx="1111306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Resolution Priority Hierarchy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562681" y="5448637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107894" y="0"/>
                </a:moveTo>
                <a:lnTo>
                  <a:pt x="323681" y="0"/>
                </a:lnTo>
                <a:cubicBezTo>
                  <a:pt x="383270" y="0"/>
                  <a:pt x="431575" y="48306"/>
                  <a:pt x="431575" y="107894"/>
                </a:cubicBezTo>
                <a:lnTo>
                  <a:pt x="431575" y="323681"/>
                </a:lnTo>
                <a:cubicBezTo>
                  <a:pt x="431575" y="383270"/>
                  <a:pt x="383270" y="431575"/>
                  <a:pt x="323681" y="431575"/>
                </a:cubicBezTo>
                <a:lnTo>
                  <a:pt x="107894" y="431575"/>
                </a:lnTo>
                <a:cubicBezTo>
                  <a:pt x="48306" y="431575"/>
                  <a:pt x="0" y="383270"/>
                  <a:pt x="0" y="323681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683499" y="5538549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37569" y="5952142"/>
            <a:ext cx="267936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Duty Roster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2065" y="6203894"/>
            <a:ext cx="267037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Priority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110376" y="5808283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211826" y="117419"/>
                </a:moveTo>
                <a:cubicBezTo>
                  <a:pt x="217094" y="112151"/>
                  <a:pt x="217094" y="103595"/>
                  <a:pt x="211826" y="98327"/>
                </a:cubicBezTo>
                <a:lnTo>
                  <a:pt x="144392" y="30893"/>
                </a:lnTo>
                <a:cubicBezTo>
                  <a:pt x="139124" y="25625"/>
                  <a:pt x="130568" y="25625"/>
                  <a:pt x="125300" y="30893"/>
                </a:cubicBezTo>
                <a:cubicBezTo>
                  <a:pt x="120032" y="36161"/>
                  <a:pt x="120032" y="44717"/>
                  <a:pt x="125300" y="49985"/>
                </a:cubicBezTo>
                <a:lnTo>
                  <a:pt x="169722" y="94407"/>
                </a:lnTo>
                <a:lnTo>
                  <a:pt x="13487" y="94407"/>
                </a:lnTo>
                <a:cubicBezTo>
                  <a:pt x="6027" y="94407"/>
                  <a:pt x="0" y="100434"/>
                  <a:pt x="0" y="107894"/>
                </a:cubicBezTo>
                <a:cubicBezTo>
                  <a:pt x="0" y="115354"/>
                  <a:pt x="6027" y="121381"/>
                  <a:pt x="13487" y="121381"/>
                </a:cubicBezTo>
                <a:lnTo>
                  <a:pt x="169722" y="121381"/>
                </a:lnTo>
                <a:lnTo>
                  <a:pt x="125300" y="165802"/>
                </a:lnTo>
                <a:cubicBezTo>
                  <a:pt x="120032" y="171071"/>
                  <a:pt x="120032" y="179626"/>
                  <a:pt x="125300" y="184895"/>
                </a:cubicBezTo>
                <a:cubicBezTo>
                  <a:pt x="130568" y="190163"/>
                  <a:pt x="139124" y="190163"/>
                  <a:pt x="144392" y="184895"/>
                </a:cubicBezTo>
                <a:lnTo>
                  <a:pt x="211826" y="117461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442284" y="5448637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107894" y="0"/>
                </a:moveTo>
                <a:lnTo>
                  <a:pt x="323681" y="0"/>
                </a:lnTo>
                <a:cubicBezTo>
                  <a:pt x="383270" y="0"/>
                  <a:pt x="431575" y="48306"/>
                  <a:pt x="431575" y="107894"/>
                </a:cubicBezTo>
                <a:lnTo>
                  <a:pt x="431575" y="323681"/>
                </a:lnTo>
                <a:cubicBezTo>
                  <a:pt x="431575" y="383270"/>
                  <a:pt x="383270" y="431575"/>
                  <a:pt x="323681" y="431575"/>
                </a:cubicBezTo>
                <a:lnTo>
                  <a:pt x="107894" y="431575"/>
                </a:lnTo>
                <a:cubicBezTo>
                  <a:pt x="48306" y="431575"/>
                  <a:pt x="0" y="383270"/>
                  <a:pt x="0" y="323681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63103" y="5538549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6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317173" y="5952142"/>
            <a:ext cx="267936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Schedule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321668" y="6203894"/>
            <a:ext cx="267037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Org-wide overrides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990073" y="5808283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211826" y="117419"/>
                </a:moveTo>
                <a:cubicBezTo>
                  <a:pt x="217094" y="112151"/>
                  <a:pt x="217094" y="103595"/>
                  <a:pt x="211826" y="98327"/>
                </a:cubicBezTo>
                <a:lnTo>
                  <a:pt x="144392" y="30893"/>
                </a:lnTo>
                <a:cubicBezTo>
                  <a:pt x="139124" y="25625"/>
                  <a:pt x="130568" y="25625"/>
                  <a:pt x="125300" y="30893"/>
                </a:cubicBezTo>
                <a:cubicBezTo>
                  <a:pt x="120032" y="36161"/>
                  <a:pt x="120032" y="44717"/>
                  <a:pt x="125300" y="49985"/>
                </a:cubicBezTo>
                <a:lnTo>
                  <a:pt x="169722" y="94407"/>
                </a:lnTo>
                <a:lnTo>
                  <a:pt x="13487" y="94407"/>
                </a:lnTo>
                <a:cubicBezTo>
                  <a:pt x="6027" y="94407"/>
                  <a:pt x="0" y="100434"/>
                  <a:pt x="0" y="107894"/>
                </a:cubicBezTo>
                <a:cubicBezTo>
                  <a:pt x="0" y="115354"/>
                  <a:pt x="6027" y="121381"/>
                  <a:pt x="13487" y="121381"/>
                </a:cubicBezTo>
                <a:lnTo>
                  <a:pt x="169722" y="121381"/>
                </a:lnTo>
                <a:lnTo>
                  <a:pt x="125300" y="165802"/>
                </a:lnTo>
                <a:cubicBezTo>
                  <a:pt x="120032" y="171071"/>
                  <a:pt x="120032" y="179626"/>
                  <a:pt x="125300" y="184895"/>
                </a:cubicBezTo>
                <a:cubicBezTo>
                  <a:pt x="130568" y="190163"/>
                  <a:pt x="139124" y="190163"/>
                  <a:pt x="144392" y="184895"/>
                </a:cubicBezTo>
                <a:lnTo>
                  <a:pt x="211826" y="117461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321981" y="5448637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107894" y="0"/>
                </a:moveTo>
                <a:lnTo>
                  <a:pt x="323681" y="0"/>
                </a:lnTo>
                <a:cubicBezTo>
                  <a:pt x="383270" y="0"/>
                  <a:pt x="431575" y="48306"/>
                  <a:pt x="431575" y="107894"/>
                </a:cubicBezTo>
                <a:lnTo>
                  <a:pt x="431575" y="323681"/>
                </a:lnTo>
                <a:cubicBezTo>
                  <a:pt x="431575" y="383270"/>
                  <a:pt x="383270" y="431575"/>
                  <a:pt x="323681" y="431575"/>
                </a:cubicBezTo>
                <a:lnTo>
                  <a:pt x="107894" y="431575"/>
                </a:lnTo>
                <a:cubicBezTo>
                  <a:pt x="48306" y="431575"/>
                  <a:pt x="0" y="383270"/>
                  <a:pt x="0" y="323681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42800" y="5538549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6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96869" y="5952142"/>
            <a:ext cx="267936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Shift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01365" y="6203894"/>
            <a:ext cx="267037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default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869677" y="5808283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211826" y="117419"/>
                </a:moveTo>
                <a:cubicBezTo>
                  <a:pt x="217094" y="112151"/>
                  <a:pt x="217094" y="103595"/>
                  <a:pt x="211826" y="98327"/>
                </a:cubicBezTo>
                <a:lnTo>
                  <a:pt x="144392" y="30893"/>
                </a:lnTo>
                <a:cubicBezTo>
                  <a:pt x="139124" y="25625"/>
                  <a:pt x="130568" y="25625"/>
                  <a:pt x="125300" y="30893"/>
                </a:cubicBezTo>
                <a:cubicBezTo>
                  <a:pt x="120032" y="36161"/>
                  <a:pt x="120032" y="44717"/>
                  <a:pt x="125300" y="49985"/>
                </a:cubicBezTo>
                <a:lnTo>
                  <a:pt x="169722" y="94407"/>
                </a:lnTo>
                <a:lnTo>
                  <a:pt x="13487" y="94407"/>
                </a:lnTo>
                <a:cubicBezTo>
                  <a:pt x="6027" y="94407"/>
                  <a:pt x="0" y="100434"/>
                  <a:pt x="0" y="107894"/>
                </a:cubicBezTo>
                <a:cubicBezTo>
                  <a:pt x="0" y="115354"/>
                  <a:pt x="6027" y="121381"/>
                  <a:pt x="13487" y="121381"/>
                </a:cubicBezTo>
                <a:lnTo>
                  <a:pt x="169722" y="121381"/>
                </a:lnTo>
                <a:lnTo>
                  <a:pt x="125300" y="165802"/>
                </a:lnTo>
                <a:cubicBezTo>
                  <a:pt x="120032" y="171071"/>
                  <a:pt x="120032" y="179626"/>
                  <a:pt x="125300" y="184895"/>
                </a:cubicBezTo>
                <a:cubicBezTo>
                  <a:pt x="130568" y="190163"/>
                  <a:pt x="139124" y="190163"/>
                  <a:pt x="144392" y="184895"/>
                </a:cubicBezTo>
                <a:lnTo>
                  <a:pt x="211826" y="117461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201584" y="5448637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107894" y="0"/>
                </a:moveTo>
                <a:lnTo>
                  <a:pt x="323681" y="0"/>
                </a:lnTo>
                <a:cubicBezTo>
                  <a:pt x="383270" y="0"/>
                  <a:pt x="431575" y="48306"/>
                  <a:pt x="431575" y="107894"/>
                </a:cubicBezTo>
                <a:lnTo>
                  <a:pt x="431575" y="323681"/>
                </a:lnTo>
                <a:cubicBezTo>
                  <a:pt x="431575" y="383270"/>
                  <a:pt x="383270" y="431575"/>
                  <a:pt x="323681" y="431575"/>
                </a:cubicBezTo>
                <a:lnTo>
                  <a:pt x="107894" y="431575"/>
                </a:lnTo>
                <a:cubicBezTo>
                  <a:pt x="48306" y="431575"/>
                  <a:pt x="0" y="383270"/>
                  <a:pt x="0" y="323681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322403" y="5538549"/>
            <a:ext cx="18881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076473" y="5952142"/>
            <a:ext cx="267936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080969" y="6203894"/>
            <a:ext cx="267037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09:00–18:00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1975" y="647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621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Policy Management Module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876300"/>
            <a:ext cx="607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leave and salary policies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298575"/>
            <a:ext cx="5635625" cy="3702050"/>
          </a:xfrm>
          <a:custGeom>
            <a:avLst/>
            <a:gdLst/>
            <a:ahLst/>
            <a:cxnLst/>
            <a:rect l="l" t="t" r="r" b="b"/>
            <a:pathLst>
              <a:path w="5635625" h="3702050">
                <a:moveTo>
                  <a:pt x="114282" y="0"/>
                </a:moveTo>
                <a:lnTo>
                  <a:pt x="5521343" y="0"/>
                </a:lnTo>
                <a:cubicBezTo>
                  <a:pt x="5584459" y="0"/>
                  <a:pt x="5635625" y="51166"/>
                  <a:pt x="5635625" y="114282"/>
                </a:cubicBezTo>
                <a:lnTo>
                  <a:pt x="5635625" y="3587768"/>
                </a:lnTo>
                <a:cubicBezTo>
                  <a:pt x="5635625" y="3650884"/>
                  <a:pt x="5584459" y="3702050"/>
                  <a:pt x="5521343" y="3702050"/>
                </a:cubicBezTo>
                <a:lnTo>
                  <a:pt x="114282" y="3702050"/>
                </a:lnTo>
                <a:cubicBezTo>
                  <a:pt x="51166" y="3702050"/>
                  <a:pt x="0" y="3650884"/>
                  <a:pt x="0" y="3587768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1650" y="14160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6906" y="154940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3150" y="1492253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Policies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1650" y="1987553"/>
            <a:ext cx="5400675" cy="1600200"/>
          </a:xfrm>
          <a:custGeom>
            <a:avLst/>
            <a:gdLst/>
            <a:ahLst/>
            <a:cxnLst/>
            <a:rect l="l" t="t" r="r" b="b"/>
            <a:pathLst>
              <a:path w="5400675" h="1600200">
                <a:moveTo>
                  <a:pt x="76202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1523998"/>
                </a:lnTo>
                <a:cubicBezTo>
                  <a:pt x="5400675" y="1566083"/>
                  <a:pt x="5366558" y="1600200"/>
                  <a:pt x="5324473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9763" y="21494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5025" y="2101853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Settings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525" y="24828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2650" y="2444753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allowed per leave type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525" y="27495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2650" y="2711453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type applicability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525" y="30162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2650" y="2978153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 restrictions (M/F/All)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525" y="32829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2650" y="324485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Carry-forward rules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3663953"/>
            <a:ext cx="5381625" cy="1219200"/>
          </a:xfrm>
          <a:custGeom>
            <a:avLst/>
            <a:gdLst/>
            <a:ahLst/>
            <a:cxnLst/>
            <a:rect l="l" t="t" r="r" b="b"/>
            <a:pathLst>
              <a:path w="5381625" h="1219200">
                <a:moveTo>
                  <a:pt x="38100" y="0"/>
                </a:moveTo>
                <a:lnTo>
                  <a:pt x="5305425" y="0"/>
                </a:lnTo>
                <a:cubicBezTo>
                  <a:pt x="5347481" y="0"/>
                  <a:pt x="5381625" y="34144"/>
                  <a:pt x="5381625" y="76200"/>
                </a:cubicBezTo>
                <a:lnTo>
                  <a:pt x="5381625" y="1143000"/>
                </a:lnTo>
                <a:cubicBezTo>
                  <a:pt x="5381625" y="1185056"/>
                  <a:pt x="5347481" y="1219200"/>
                  <a:pt x="53054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0700" y="3663953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4050" y="3778253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Example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050" y="4121153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Sick Leave: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61408" y="4121153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days/year (All employees)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4050" y="4349753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Casual Leave: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50506" y="4349753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days/year (Regular only)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4050" y="4578353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Maternity Leave: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24747" y="4578353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 days (Female only)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5375" y="1298575"/>
            <a:ext cx="5635625" cy="3702050"/>
          </a:xfrm>
          <a:custGeom>
            <a:avLst/>
            <a:gdLst/>
            <a:ahLst/>
            <a:cxnLst/>
            <a:rect l="l" t="t" r="r" b="b"/>
            <a:pathLst>
              <a:path w="5635625" h="3702050">
                <a:moveTo>
                  <a:pt x="114282" y="0"/>
                </a:moveTo>
                <a:lnTo>
                  <a:pt x="5521343" y="0"/>
                </a:lnTo>
                <a:cubicBezTo>
                  <a:pt x="5584459" y="0"/>
                  <a:pt x="5635625" y="51166"/>
                  <a:pt x="5635625" y="114282"/>
                </a:cubicBezTo>
                <a:lnTo>
                  <a:pt x="5635625" y="3587768"/>
                </a:lnTo>
                <a:cubicBezTo>
                  <a:pt x="5635625" y="3650884"/>
                  <a:pt x="5584459" y="3702050"/>
                  <a:pt x="5521343" y="3702050"/>
                </a:cubicBezTo>
                <a:lnTo>
                  <a:pt x="114282" y="3702050"/>
                </a:lnTo>
                <a:cubicBezTo>
                  <a:pt x="51166" y="3702050"/>
                  <a:pt x="0" y="3650884"/>
                  <a:pt x="0" y="3587768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92850" y="14160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26200" y="15494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6121"/>
                </a:moveTo>
                <a:lnTo>
                  <a:pt x="0" y="40742"/>
                </a:lnTo>
                <a:cubicBezTo>
                  <a:pt x="0" y="32110"/>
                  <a:pt x="8967" y="26380"/>
                  <a:pt x="17227" y="28835"/>
                </a:cubicBezTo>
                <a:cubicBezTo>
                  <a:pt x="49857" y="38584"/>
                  <a:pt x="72926" y="30882"/>
                  <a:pt x="96143" y="23143"/>
                </a:cubicBezTo>
                <a:cubicBezTo>
                  <a:pt x="120142" y="15143"/>
                  <a:pt x="144289" y="7107"/>
                  <a:pt x="179226" y="18269"/>
                </a:cubicBezTo>
                <a:cubicBezTo>
                  <a:pt x="186110" y="20464"/>
                  <a:pt x="190500" y="27124"/>
                  <a:pt x="190500" y="34379"/>
                </a:cubicBezTo>
                <a:lnTo>
                  <a:pt x="190500" y="149758"/>
                </a:lnTo>
                <a:cubicBezTo>
                  <a:pt x="190500" y="158390"/>
                  <a:pt x="181533" y="164120"/>
                  <a:pt x="173310" y="161665"/>
                </a:cubicBezTo>
                <a:cubicBezTo>
                  <a:pt x="140680" y="151916"/>
                  <a:pt x="117574" y="159618"/>
                  <a:pt x="94394" y="167357"/>
                </a:cubicBezTo>
                <a:cubicBezTo>
                  <a:pt x="70396" y="175357"/>
                  <a:pt x="46248" y="183393"/>
                  <a:pt x="11311" y="172231"/>
                </a:cubicBezTo>
                <a:cubicBezTo>
                  <a:pt x="4428" y="170036"/>
                  <a:pt x="37" y="163376"/>
                  <a:pt x="37" y="156121"/>
                </a:cubicBezTo>
                <a:close/>
                <a:moveTo>
                  <a:pt x="125016" y="95250"/>
                </a:moveTo>
                <a:cubicBezTo>
                  <a:pt x="125016" y="75530"/>
                  <a:pt x="111696" y="59531"/>
                  <a:pt x="95250" y="59531"/>
                </a:cubicBezTo>
                <a:cubicBezTo>
                  <a:pt x="78804" y="59531"/>
                  <a:pt x="65484" y="75530"/>
                  <a:pt x="65484" y="95250"/>
                </a:cubicBezTo>
                <a:cubicBezTo>
                  <a:pt x="65484" y="114970"/>
                  <a:pt x="78804" y="130969"/>
                  <a:pt x="95250" y="130969"/>
                </a:cubicBezTo>
                <a:cubicBezTo>
                  <a:pt x="111696" y="130969"/>
                  <a:pt x="125016" y="114970"/>
                  <a:pt x="125016" y="95250"/>
                </a:cubicBezTo>
                <a:close/>
                <a:moveTo>
                  <a:pt x="44648" y="153888"/>
                </a:moveTo>
                <a:cubicBezTo>
                  <a:pt x="46286" y="153888"/>
                  <a:pt x="47588" y="152474"/>
                  <a:pt x="47327" y="150875"/>
                </a:cubicBezTo>
                <a:cubicBezTo>
                  <a:pt x="45616" y="140531"/>
                  <a:pt x="37281" y="132457"/>
                  <a:pt x="26789" y="131155"/>
                </a:cubicBezTo>
                <a:cubicBezTo>
                  <a:pt x="25152" y="130969"/>
                  <a:pt x="23812" y="132308"/>
                  <a:pt x="23812" y="133945"/>
                </a:cubicBezTo>
                <a:lnTo>
                  <a:pt x="23812" y="148791"/>
                </a:lnTo>
                <a:cubicBezTo>
                  <a:pt x="23812" y="150130"/>
                  <a:pt x="24705" y="151321"/>
                  <a:pt x="26045" y="151656"/>
                </a:cubicBezTo>
                <a:cubicBezTo>
                  <a:pt x="32705" y="153219"/>
                  <a:pt x="38807" y="153925"/>
                  <a:pt x="44648" y="153925"/>
                </a:cubicBezTo>
                <a:close/>
                <a:moveTo>
                  <a:pt x="163153" y="134875"/>
                </a:moveTo>
                <a:cubicBezTo>
                  <a:pt x="165013" y="135173"/>
                  <a:pt x="166688" y="133759"/>
                  <a:pt x="166688" y="131899"/>
                </a:cubicBezTo>
                <a:lnTo>
                  <a:pt x="166688" y="116049"/>
                </a:lnTo>
                <a:cubicBezTo>
                  <a:pt x="166688" y="114412"/>
                  <a:pt x="165348" y="113035"/>
                  <a:pt x="163711" y="113258"/>
                </a:cubicBezTo>
                <a:cubicBezTo>
                  <a:pt x="154335" y="114412"/>
                  <a:pt x="146633" y="121034"/>
                  <a:pt x="143917" y="129853"/>
                </a:cubicBezTo>
                <a:cubicBezTo>
                  <a:pt x="143396" y="131601"/>
                  <a:pt x="144773" y="133238"/>
                  <a:pt x="146596" y="133276"/>
                </a:cubicBezTo>
                <a:cubicBezTo>
                  <a:pt x="151879" y="133424"/>
                  <a:pt x="157386" y="133908"/>
                  <a:pt x="163116" y="134875"/>
                </a:cubicBezTo>
                <a:close/>
                <a:moveTo>
                  <a:pt x="166688" y="56555"/>
                </a:moveTo>
                <a:lnTo>
                  <a:pt x="166688" y="41709"/>
                </a:lnTo>
                <a:cubicBezTo>
                  <a:pt x="166688" y="40370"/>
                  <a:pt x="165757" y="39179"/>
                  <a:pt x="164455" y="38844"/>
                </a:cubicBezTo>
                <a:cubicBezTo>
                  <a:pt x="157795" y="37281"/>
                  <a:pt x="151693" y="36575"/>
                  <a:pt x="145852" y="36575"/>
                </a:cubicBezTo>
                <a:cubicBezTo>
                  <a:pt x="144214" y="36575"/>
                  <a:pt x="142912" y="37988"/>
                  <a:pt x="143173" y="39588"/>
                </a:cubicBezTo>
                <a:cubicBezTo>
                  <a:pt x="144884" y="49932"/>
                  <a:pt x="153219" y="58006"/>
                  <a:pt x="163711" y="59308"/>
                </a:cubicBezTo>
                <a:cubicBezTo>
                  <a:pt x="165348" y="59494"/>
                  <a:pt x="166688" y="58155"/>
                  <a:pt x="166688" y="56517"/>
                </a:cubicBezTo>
                <a:close/>
                <a:moveTo>
                  <a:pt x="46583" y="60610"/>
                </a:moveTo>
                <a:cubicBezTo>
                  <a:pt x="47104" y="58862"/>
                  <a:pt x="45727" y="57224"/>
                  <a:pt x="43904" y="57187"/>
                </a:cubicBezTo>
                <a:cubicBezTo>
                  <a:pt x="38621" y="57038"/>
                  <a:pt x="33114" y="56555"/>
                  <a:pt x="27384" y="55587"/>
                </a:cubicBezTo>
                <a:cubicBezTo>
                  <a:pt x="25524" y="55290"/>
                  <a:pt x="23850" y="56704"/>
                  <a:pt x="23850" y="58564"/>
                </a:cubicBezTo>
                <a:lnTo>
                  <a:pt x="23812" y="74414"/>
                </a:lnTo>
                <a:cubicBezTo>
                  <a:pt x="23812" y="76051"/>
                  <a:pt x="25152" y="77428"/>
                  <a:pt x="26789" y="77205"/>
                </a:cubicBezTo>
                <a:cubicBezTo>
                  <a:pt x="36165" y="76051"/>
                  <a:pt x="43867" y="69428"/>
                  <a:pt x="46583" y="6061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64350" y="1492253"/>
            <a:ext cx="1724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Policies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92850" y="1987553"/>
            <a:ext cx="5400675" cy="1600200"/>
          </a:xfrm>
          <a:custGeom>
            <a:avLst/>
            <a:gdLst/>
            <a:ahLst/>
            <a:cxnLst/>
            <a:rect l="l" t="t" r="r" b="b"/>
            <a:pathLst>
              <a:path w="5400675" h="1600200">
                <a:moveTo>
                  <a:pt x="76202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1523998"/>
                </a:lnTo>
                <a:cubicBezTo>
                  <a:pt x="5400675" y="1566083"/>
                  <a:pt x="5366558" y="1600200"/>
                  <a:pt x="5324473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30963" y="21494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4789" y="21431"/>
                  <a:pt x="0" y="26220"/>
                  <a:pt x="0" y="32147"/>
                </a:cubicBezTo>
                <a:cubicBezTo>
                  <a:pt x="0" y="38074"/>
                  <a:pt x="4789" y="42863"/>
                  <a:pt x="10716" y="42863"/>
                </a:cubicBezTo>
                <a:lnTo>
                  <a:pt x="39748" y="42863"/>
                </a:lnTo>
                <a:cubicBezTo>
                  <a:pt x="43867" y="52339"/>
                  <a:pt x="53310" y="58936"/>
                  <a:pt x="64294" y="58936"/>
                </a:cubicBezTo>
                <a:cubicBezTo>
                  <a:pt x="75277" y="58936"/>
                  <a:pt x="84720" y="52339"/>
                  <a:pt x="88839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88839" y="21431"/>
                </a:lnTo>
                <a:cubicBezTo>
                  <a:pt x="84720" y="11955"/>
                  <a:pt x="75277" y="5358"/>
                  <a:pt x="64294" y="5358"/>
                </a:cubicBezTo>
                <a:cubicBezTo>
                  <a:pt x="53310" y="5358"/>
                  <a:pt x="43867" y="11955"/>
                  <a:pt x="39748" y="21431"/>
                </a:cubicBezTo>
                <a:lnTo>
                  <a:pt x="10716" y="21431"/>
                </a:lnTo>
                <a:close/>
                <a:moveTo>
                  <a:pt x="10716" y="75009"/>
                </a:move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93326" y="96441"/>
                </a:lnTo>
                <a:cubicBezTo>
                  <a:pt x="97445" y="105917"/>
                  <a:pt x="106888" y="112514"/>
                  <a:pt x="117872" y="112514"/>
                </a:cubicBezTo>
                <a:cubicBezTo>
                  <a:pt x="128855" y="112514"/>
                  <a:pt x="138299" y="105917"/>
                  <a:pt x="142417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142417" y="75009"/>
                </a:lnTo>
                <a:cubicBezTo>
                  <a:pt x="138299" y="65533"/>
                  <a:pt x="128855" y="58936"/>
                  <a:pt x="117872" y="58936"/>
                </a:cubicBezTo>
                <a:cubicBezTo>
                  <a:pt x="106888" y="58936"/>
                  <a:pt x="97445" y="65533"/>
                  <a:pt x="93326" y="75009"/>
                </a:cubicBezTo>
                <a:lnTo>
                  <a:pt x="10716" y="75009"/>
                </a:lnTo>
                <a:close/>
                <a:moveTo>
                  <a:pt x="10716" y="128588"/>
                </a:moveTo>
                <a:cubicBezTo>
                  <a:pt x="4789" y="128588"/>
                  <a:pt x="0" y="133376"/>
                  <a:pt x="0" y="139303"/>
                </a:cubicBezTo>
                <a:cubicBezTo>
                  <a:pt x="0" y="145230"/>
                  <a:pt x="4789" y="150019"/>
                  <a:pt x="10716" y="150019"/>
                </a:cubicBezTo>
                <a:lnTo>
                  <a:pt x="29033" y="150019"/>
                </a:lnTo>
                <a:cubicBezTo>
                  <a:pt x="33151" y="159495"/>
                  <a:pt x="42595" y="166092"/>
                  <a:pt x="53578" y="166092"/>
                </a:cubicBezTo>
                <a:cubicBezTo>
                  <a:pt x="64562" y="166092"/>
                  <a:pt x="74005" y="159495"/>
                  <a:pt x="7812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78124" y="128588"/>
                </a:lnTo>
                <a:cubicBezTo>
                  <a:pt x="74005" y="119111"/>
                  <a:pt x="64562" y="112514"/>
                  <a:pt x="53578" y="112514"/>
                </a:cubicBezTo>
                <a:cubicBezTo>
                  <a:pt x="42595" y="112514"/>
                  <a:pt x="33151" y="119111"/>
                  <a:pt x="29033" y="128588"/>
                </a:cubicBezTo>
                <a:lnTo>
                  <a:pt x="10716" y="128588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26225" y="2101853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Slab-Based Configuration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5725" y="24828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73850" y="244475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salary percentage by gross range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5725" y="27495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73850" y="2711453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Joining date cutoff logic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5725" y="30162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3850" y="2978153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bonus percentage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5725" y="32829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3850" y="324485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Incentive bonus configuration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1900" y="3663953"/>
            <a:ext cx="5381625" cy="1219200"/>
          </a:xfrm>
          <a:custGeom>
            <a:avLst/>
            <a:gdLst/>
            <a:ahLst/>
            <a:cxnLst/>
            <a:rect l="l" t="t" r="r" b="b"/>
            <a:pathLst>
              <a:path w="5381625" h="1219200">
                <a:moveTo>
                  <a:pt x="38100" y="0"/>
                </a:moveTo>
                <a:lnTo>
                  <a:pt x="5305425" y="0"/>
                </a:lnTo>
                <a:cubicBezTo>
                  <a:pt x="5347481" y="0"/>
                  <a:pt x="5381625" y="34144"/>
                  <a:pt x="5381625" y="76200"/>
                </a:cubicBezTo>
                <a:lnTo>
                  <a:pt x="5381625" y="1143000"/>
                </a:lnTo>
                <a:cubicBezTo>
                  <a:pt x="5381625" y="1185056"/>
                  <a:pt x="5347481" y="1219200"/>
                  <a:pt x="530542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11900" y="3663953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5250" y="3778253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Slab Example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5250" y="4121153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≤ 30,000: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15960" y="4121153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= 60% of Gross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45250" y="4349753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30,001–50,000: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215960" y="4349753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= 55% of Gross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45250" y="4578353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&gt; 50,000: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15960" y="4578353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= 50% of Gross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4175" y="5159377"/>
            <a:ext cx="11426825" cy="730250"/>
          </a:xfrm>
          <a:custGeom>
            <a:avLst/>
            <a:gdLst/>
            <a:ahLst/>
            <a:cxnLst/>
            <a:rect l="l" t="t" r="r" b="b"/>
            <a:pathLst>
              <a:path w="11426825" h="73025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615951"/>
                </a:lnTo>
                <a:cubicBezTo>
                  <a:pt x="11426825" y="679077"/>
                  <a:pt x="11375652" y="730250"/>
                  <a:pt x="11312526" y="730250"/>
                </a:cubicBezTo>
                <a:lnTo>
                  <a:pt x="114299" y="730250"/>
                </a:lnTo>
                <a:cubicBezTo>
                  <a:pt x="51216" y="730250"/>
                  <a:pt x="0" y="679034"/>
                  <a:pt x="0" y="6159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75469" y="53816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73138" y="5276850"/>
            <a:ext cx="434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Flexibility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73138" y="5543550"/>
            <a:ext cx="432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policies for different employee types and joining dates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59057" y="5276850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82869" y="558165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867702" y="527685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891515" y="558165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49199" y="5276850"/>
            <a:ext cx="69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73011" y="55816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Trail</a:t>
            </a:r>
            <a:endParaRPr lang="en-US" sz="1600" dirty="0"/>
          </a:p>
        </p:txBody>
      </p:sp>
      <p:sp>
        <p:nvSpPr>
          <p:cNvPr id="64" name="Rounded Rectangle 63"/>
          <p:cNvSpPr/>
          <p:nvPr/>
        </p:nvSpPr>
        <p:spPr>
          <a:xfrm>
            <a:off x="5998464" y="1883664"/>
            <a:ext cx="5998464" cy="3718179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43600" y="1828800"/>
            <a:ext cx="59436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80760" y="193852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81928" y="193852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483096" y="193852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766560" y="1929384"/>
            <a:ext cx="42976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hrms.metal.com/policies</a:t>
            </a:r>
          </a:p>
        </p:txBody>
      </p:sp>
      <p:pic>
        <p:nvPicPr>
          <p:cNvPr id="70" name="Picture 69" descr="policie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48840"/>
            <a:ext cx="5943600" cy="334327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5943600" y="2148840"/>
            <a:ext cx="5943600" cy="3343275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5537835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Policy Configuration — Live Screenshot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303" y="474894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109593" y="0"/>
                </a:moveTo>
                <a:lnTo>
                  <a:pt x="401832" y="0"/>
                </a:lnTo>
                <a:cubicBezTo>
                  <a:pt x="462358" y="0"/>
                  <a:pt x="511425" y="49067"/>
                  <a:pt x="511425" y="109593"/>
                </a:cubicBezTo>
                <a:lnTo>
                  <a:pt x="511425" y="401832"/>
                </a:lnTo>
                <a:cubicBezTo>
                  <a:pt x="511425" y="462358"/>
                  <a:pt x="462358" y="511425"/>
                  <a:pt x="401832" y="511425"/>
                </a:cubicBezTo>
                <a:lnTo>
                  <a:pt x="109593" y="511425"/>
                </a:lnTo>
                <a:cubicBezTo>
                  <a:pt x="49067" y="511425"/>
                  <a:pt x="0" y="462358"/>
                  <a:pt x="0" y="401832"/>
                </a:cubicBezTo>
                <a:lnTo>
                  <a:pt x="0" y="109593"/>
                </a:lnTo>
                <a:cubicBezTo>
                  <a:pt x="0" y="49067"/>
                  <a:pt x="49067" y="0"/>
                  <a:pt x="1095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1425" y="621016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82193" y="27398"/>
                </a:moveTo>
                <a:cubicBezTo>
                  <a:pt x="82193" y="19821"/>
                  <a:pt x="88315" y="13699"/>
                  <a:pt x="95892" y="13699"/>
                </a:cubicBezTo>
                <a:lnTo>
                  <a:pt x="123290" y="13699"/>
                </a:lnTo>
                <a:cubicBezTo>
                  <a:pt x="130867" y="13699"/>
                  <a:pt x="136989" y="19821"/>
                  <a:pt x="136989" y="27398"/>
                </a:cubicBezTo>
                <a:lnTo>
                  <a:pt x="136989" y="54796"/>
                </a:lnTo>
                <a:cubicBezTo>
                  <a:pt x="136989" y="62373"/>
                  <a:pt x="130867" y="68494"/>
                  <a:pt x="123290" y="68494"/>
                </a:cubicBezTo>
                <a:lnTo>
                  <a:pt x="119865" y="68494"/>
                </a:lnTo>
                <a:lnTo>
                  <a:pt x="119865" y="95892"/>
                </a:lnTo>
                <a:lnTo>
                  <a:pt x="171236" y="95892"/>
                </a:lnTo>
                <a:cubicBezTo>
                  <a:pt x="188274" y="95892"/>
                  <a:pt x="202058" y="109677"/>
                  <a:pt x="202058" y="126715"/>
                </a:cubicBezTo>
                <a:lnTo>
                  <a:pt x="202058" y="150688"/>
                </a:lnTo>
                <a:lnTo>
                  <a:pt x="205483" y="150688"/>
                </a:lnTo>
                <a:cubicBezTo>
                  <a:pt x="213060" y="150688"/>
                  <a:pt x="219182" y="156809"/>
                  <a:pt x="219182" y="164387"/>
                </a:cubicBezTo>
                <a:lnTo>
                  <a:pt x="219182" y="191784"/>
                </a:lnTo>
                <a:cubicBezTo>
                  <a:pt x="219182" y="199361"/>
                  <a:pt x="213060" y="205483"/>
                  <a:pt x="205483" y="205483"/>
                </a:cubicBezTo>
                <a:lnTo>
                  <a:pt x="178085" y="205483"/>
                </a:lnTo>
                <a:cubicBezTo>
                  <a:pt x="170508" y="205483"/>
                  <a:pt x="164387" y="199361"/>
                  <a:pt x="164387" y="191784"/>
                </a:cubicBezTo>
                <a:lnTo>
                  <a:pt x="164387" y="164387"/>
                </a:lnTo>
                <a:cubicBezTo>
                  <a:pt x="164387" y="156809"/>
                  <a:pt x="170508" y="150688"/>
                  <a:pt x="178085" y="150688"/>
                </a:cubicBezTo>
                <a:lnTo>
                  <a:pt x="181510" y="150688"/>
                </a:lnTo>
                <a:lnTo>
                  <a:pt x="181510" y="126715"/>
                </a:lnTo>
                <a:cubicBezTo>
                  <a:pt x="181510" y="121021"/>
                  <a:pt x="176930" y="116440"/>
                  <a:pt x="171236" y="116440"/>
                </a:cubicBezTo>
                <a:lnTo>
                  <a:pt x="119865" y="116440"/>
                </a:lnTo>
                <a:lnTo>
                  <a:pt x="119865" y="150688"/>
                </a:lnTo>
                <a:lnTo>
                  <a:pt x="123290" y="150688"/>
                </a:lnTo>
                <a:cubicBezTo>
                  <a:pt x="130867" y="150688"/>
                  <a:pt x="136989" y="156809"/>
                  <a:pt x="136989" y="164387"/>
                </a:cubicBezTo>
                <a:lnTo>
                  <a:pt x="136989" y="191784"/>
                </a:lnTo>
                <a:cubicBezTo>
                  <a:pt x="136989" y="199361"/>
                  <a:pt x="130867" y="205483"/>
                  <a:pt x="123290" y="205483"/>
                </a:cubicBezTo>
                <a:lnTo>
                  <a:pt x="95892" y="205483"/>
                </a:lnTo>
                <a:cubicBezTo>
                  <a:pt x="88315" y="205483"/>
                  <a:pt x="82193" y="199361"/>
                  <a:pt x="82193" y="191784"/>
                </a:cubicBezTo>
                <a:lnTo>
                  <a:pt x="82193" y="164387"/>
                </a:lnTo>
                <a:cubicBezTo>
                  <a:pt x="82193" y="156809"/>
                  <a:pt x="88315" y="150688"/>
                  <a:pt x="95892" y="150688"/>
                </a:cubicBezTo>
                <a:lnTo>
                  <a:pt x="99317" y="150688"/>
                </a:lnTo>
                <a:lnTo>
                  <a:pt x="99317" y="116440"/>
                </a:lnTo>
                <a:lnTo>
                  <a:pt x="47946" y="116440"/>
                </a:lnTo>
                <a:cubicBezTo>
                  <a:pt x="42252" y="116440"/>
                  <a:pt x="37672" y="121021"/>
                  <a:pt x="37672" y="126715"/>
                </a:cubicBezTo>
                <a:lnTo>
                  <a:pt x="37672" y="150688"/>
                </a:lnTo>
                <a:lnTo>
                  <a:pt x="41097" y="150688"/>
                </a:lnTo>
                <a:cubicBezTo>
                  <a:pt x="48674" y="150688"/>
                  <a:pt x="54796" y="156809"/>
                  <a:pt x="54796" y="164387"/>
                </a:cubicBezTo>
                <a:lnTo>
                  <a:pt x="54796" y="191784"/>
                </a:lnTo>
                <a:cubicBezTo>
                  <a:pt x="54796" y="199361"/>
                  <a:pt x="48674" y="205483"/>
                  <a:pt x="41097" y="205483"/>
                </a:cubicBezTo>
                <a:lnTo>
                  <a:pt x="13699" y="205483"/>
                </a:lnTo>
                <a:cubicBezTo>
                  <a:pt x="6122" y="205483"/>
                  <a:pt x="0" y="199361"/>
                  <a:pt x="0" y="191784"/>
                </a:cubicBezTo>
                <a:lnTo>
                  <a:pt x="0" y="164387"/>
                </a:lnTo>
                <a:cubicBezTo>
                  <a:pt x="0" y="156809"/>
                  <a:pt x="6122" y="150688"/>
                  <a:pt x="13699" y="150688"/>
                </a:cubicBezTo>
                <a:lnTo>
                  <a:pt x="17124" y="150688"/>
                </a:lnTo>
                <a:lnTo>
                  <a:pt x="17124" y="126715"/>
                </a:lnTo>
                <a:cubicBezTo>
                  <a:pt x="17124" y="109677"/>
                  <a:pt x="30908" y="95892"/>
                  <a:pt x="47946" y="95892"/>
                </a:cubicBezTo>
                <a:lnTo>
                  <a:pt x="99317" y="95892"/>
                </a:lnTo>
                <a:lnTo>
                  <a:pt x="99317" y="68494"/>
                </a:lnTo>
                <a:lnTo>
                  <a:pt x="95892" y="68494"/>
                </a:lnTo>
                <a:cubicBezTo>
                  <a:pt x="88315" y="68494"/>
                  <a:pt x="82193" y="62373"/>
                  <a:pt x="82193" y="54796"/>
                </a:cubicBezTo>
                <a:lnTo>
                  <a:pt x="82193" y="273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2849" y="365303"/>
            <a:ext cx="5799191" cy="43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2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Approval Workflow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2849" y="840198"/>
            <a:ext cx="5662202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hierarchical approval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348" y="1245076"/>
            <a:ext cx="11458349" cy="2380560"/>
          </a:xfrm>
          <a:custGeom>
            <a:avLst/>
            <a:gdLst/>
            <a:ahLst/>
            <a:cxnLst/>
            <a:rect l="l" t="t" r="r" b="b"/>
            <a:pathLst>
              <a:path w="11458349" h="2380560">
                <a:moveTo>
                  <a:pt x="109601" y="0"/>
                </a:moveTo>
                <a:lnTo>
                  <a:pt x="11348748" y="0"/>
                </a:lnTo>
                <a:cubicBezTo>
                  <a:pt x="11409279" y="0"/>
                  <a:pt x="11458349" y="49070"/>
                  <a:pt x="11458349" y="109601"/>
                </a:cubicBezTo>
                <a:lnTo>
                  <a:pt x="11458349" y="2270959"/>
                </a:lnTo>
                <a:cubicBezTo>
                  <a:pt x="11458349" y="2331490"/>
                  <a:pt x="11409279" y="2380560"/>
                  <a:pt x="11348748" y="2380560"/>
                </a:cubicBezTo>
                <a:lnTo>
                  <a:pt x="109601" y="2380560"/>
                </a:lnTo>
                <a:cubicBezTo>
                  <a:pt x="49070" y="2380560"/>
                  <a:pt x="0" y="2331490"/>
                  <a:pt x="0" y="2270959"/>
                </a:cubicBezTo>
                <a:lnTo>
                  <a:pt x="0" y="109601"/>
                </a:lnTo>
                <a:cubicBezTo>
                  <a:pt x="0" y="49111"/>
                  <a:pt x="49111" y="0"/>
                  <a:pt x="109601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911" y="1430775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99531" y="2226"/>
                </a:moveTo>
                <a:cubicBezTo>
                  <a:pt x="105909" y="-728"/>
                  <a:pt x="113273" y="-728"/>
                  <a:pt x="119651" y="2226"/>
                </a:cubicBezTo>
                <a:lnTo>
                  <a:pt x="213232" y="45463"/>
                </a:lnTo>
                <a:cubicBezTo>
                  <a:pt x="216870" y="47133"/>
                  <a:pt x="219182" y="50771"/>
                  <a:pt x="219182" y="54796"/>
                </a:cubicBezTo>
                <a:cubicBezTo>
                  <a:pt x="219182" y="58820"/>
                  <a:pt x="216870" y="62458"/>
                  <a:pt x="213232" y="64128"/>
                </a:cubicBezTo>
                <a:lnTo>
                  <a:pt x="119651" y="107365"/>
                </a:lnTo>
                <a:cubicBezTo>
                  <a:pt x="113273" y="110319"/>
                  <a:pt x="105909" y="110319"/>
                  <a:pt x="99531" y="107365"/>
                </a:cubicBezTo>
                <a:lnTo>
                  <a:pt x="5950" y="64128"/>
                </a:lnTo>
                <a:cubicBezTo>
                  <a:pt x="2312" y="62416"/>
                  <a:pt x="0" y="58777"/>
                  <a:pt x="0" y="54796"/>
                </a:cubicBezTo>
                <a:cubicBezTo>
                  <a:pt x="0" y="50814"/>
                  <a:pt x="2312" y="47133"/>
                  <a:pt x="5950" y="45463"/>
                </a:cubicBezTo>
                <a:lnTo>
                  <a:pt x="99531" y="2226"/>
                </a:lnTo>
                <a:close/>
                <a:moveTo>
                  <a:pt x="20591" y="93495"/>
                </a:moveTo>
                <a:lnTo>
                  <a:pt x="90926" y="125987"/>
                </a:lnTo>
                <a:cubicBezTo>
                  <a:pt x="102784" y="131466"/>
                  <a:pt x="116440" y="131466"/>
                  <a:pt x="128299" y="125987"/>
                </a:cubicBezTo>
                <a:lnTo>
                  <a:pt x="198634" y="93495"/>
                </a:lnTo>
                <a:lnTo>
                  <a:pt x="213232" y="100259"/>
                </a:lnTo>
                <a:cubicBezTo>
                  <a:pt x="216870" y="101928"/>
                  <a:pt x="219182" y="105567"/>
                  <a:pt x="219182" y="109591"/>
                </a:cubicBezTo>
                <a:cubicBezTo>
                  <a:pt x="219182" y="113615"/>
                  <a:pt x="216870" y="117254"/>
                  <a:pt x="213232" y="118923"/>
                </a:cubicBezTo>
                <a:lnTo>
                  <a:pt x="119651" y="162160"/>
                </a:lnTo>
                <a:cubicBezTo>
                  <a:pt x="113273" y="165114"/>
                  <a:pt x="105909" y="165114"/>
                  <a:pt x="99531" y="162160"/>
                </a:cubicBezTo>
                <a:lnTo>
                  <a:pt x="5950" y="118923"/>
                </a:lnTo>
                <a:cubicBezTo>
                  <a:pt x="2312" y="117211"/>
                  <a:pt x="0" y="113572"/>
                  <a:pt x="0" y="109591"/>
                </a:cubicBezTo>
                <a:cubicBezTo>
                  <a:pt x="0" y="105610"/>
                  <a:pt x="2312" y="101928"/>
                  <a:pt x="5950" y="100259"/>
                </a:cubicBezTo>
                <a:lnTo>
                  <a:pt x="20548" y="93495"/>
                </a:lnTo>
                <a:close/>
                <a:moveTo>
                  <a:pt x="5950" y="155054"/>
                </a:moveTo>
                <a:lnTo>
                  <a:pt x="20548" y="148290"/>
                </a:lnTo>
                <a:lnTo>
                  <a:pt x="90883" y="180782"/>
                </a:lnTo>
                <a:cubicBezTo>
                  <a:pt x="102742" y="186262"/>
                  <a:pt x="116398" y="186262"/>
                  <a:pt x="128256" y="180782"/>
                </a:cubicBezTo>
                <a:lnTo>
                  <a:pt x="198591" y="148290"/>
                </a:lnTo>
                <a:lnTo>
                  <a:pt x="213189" y="155054"/>
                </a:lnTo>
                <a:cubicBezTo>
                  <a:pt x="216828" y="156724"/>
                  <a:pt x="219139" y="160362"/>
                  <a:pt x="219139" y="164387"/>
                </a:cubicBezTo>
                <a:cubicBezTo>
                  <a:pt x="219139" y="168411"/>
                  <a:pt x="216828" y="172049"/>
                  <a:pt x="213189" y="173719"/>
                </a:cubicBezTo>
                <a:lnTo>
                  <a:pt x="119608" y="216956"/>
                </a:lnTo>
                <a:cubicBezTo>
                  <a:pt x="113230" y="219910"/>
                  <a:pt x="105867" y="219910"/>
                  <a:pt x="99488" y="216956"/>
                </a:cubicBezTo>
                <a:lnTo>
                  <a:pt x="5950" y="173719"/>
                </a:lnTo>
                <a:cubicBezTo>
                  <a:pt x="2312" y="172007"/>
                  <a:pt x="0" y="168368"/>
                  <a:pt x="0" y="164387"/>
                </a:cubicBezTo>
                <a:cubicBezTo>
                  <a:pt x="0" y="160405"/>
                  <a:pt x="2312" y="156724"/>
                  <a:pt x="5950" y="15505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1491" y="1394244"/>
            <a:ext cx="10995631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Hierarchy Resolution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6646" y="1841741"/>
            <a:ext cx="3607371" cy="1625600"/>
          </a:xfrm>
          <a:custGeom>
            <a:avLst/>
            <a:gdLst/>
            <a:ahLst/>
            <a:cxnLst/>
            <a:rect l="l" t="t" r="r" b="b"/>
            <a:pathLst>
              <a:path w="3607371" h="1625600">
                <a:moveTo>
                  <a:pt x="109598" y="0"/>
                </a:moveTo>
                <a:lnTo>
                  <a:pt x="3497773" y="0"/>
                </a:lnTo>
                <a:cubicBezTo>
                  <a:pt x="3558302" y="0"/>
                  <a:pt x="3607371" y="49069"/>
                  <a:pt x="3607371" y="109598"/>
                </a:cubicBezTo>
                <a:lnTo>
                  <a:pt x="3607371" y="1516002"/>
                </a:lnTo>
                <a:cubicBezTo>
                  <a:pt x="3607371" y="1576531"/>
                  <a:pt x="3558302" y="1625600"/>
                  <a:pt x="3497773" y="1625600"/>
                </a:cubicBezTo>
                <a:lnTo>
                  <a:pt x="109598" y="1625600"/>
                </a:lnTo>
                <a:cubicBezTo>
                  <a:pt x="49069" y="1625600"/>
                  <a:pt x="0" y="1576531"/>
                  <a:pt x="0" y="1516002"/>
                </a:cubicBezTo>
                <a:lnTo>
                  <a:pt x="0" y="109598"/>
                </a:lnTo>
                <a:cubicBezTo>
                  <a:pt x="0" y="49109"/>
                  <a:pt x="49109" y="0"/>
                  <a:pt x="109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900" y="1996995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0103" y="2070055"/>
            <a:ext cx="228315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9855" y="2088321"/>
            <a:ext cx="147034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Level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900" y="2544950"/>
            <a:ext cx="3369924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Priority</a:t>
            </a: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Individual hierarchy overrides set on the employee record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2174" y="3159874"/>
            <a:ext cx="143838" cy="127856"/>
          </a:xfrm>
          <a:custGeom>
            <a:avLst/>
            <a:gdLst/>
            <a:ahLst/>
            <a:cxnLst/>
            <a:rect l="l" t="t" r="r" b="b"/>
            <a:pathLst>
              <a:path w="143838" h="127856">
                <a:moveTo>
                  <a:pt x="77288" y="-4720"/>
                </a:moveTo>
                <a:cubicBezTo>
                  <a:pt x="76264" y="-6717"/>
                  <a:pt x="74192" y="-7991"/>
                  <a:pt x="71944" y="-7991"/>
                </a:cubicBezTo>
                <a:cubicBezTo>
                  <a:pt x="69697" y="-7991"/>
                  <a:pt x="67624" y="-6717"/>
                  <a:pt x="66600" y="-4720"/>
                </a:cubicBezTo>
                <a:lnTo>
                  <a:pt x="48221" y="31290"/>
                </a:lnTo>
                <a:lnTo>
                  <a:pt x="8291" y="37633"/>
                </a:lnTo>
                <a:cubicBezTo>
                  <a:pt x="6068" y="37982"/>
                  <a:pt x="4220" y="39556"/>
                  <a:pt x="3521" y="41703"/>
                </a:cubicBezTo>
                <a:cubicBezTo>
                  <a:pt x="2822" y="43851"/>
                  <a:pt x="3396" y="46198"/>
                  <a:pt x="4969" y="47796"/>
                </a:cubicBezTo>
                <a:lnTo>
                  <a:pt x="33537" y="76389"/>
                </a:lnTo>
                <a:lnTo>
                  <a:pt x="27244" y="116319"/>
                </a:lnTo>
                <a:cubicBezTo>
                  <a:pt x="26895" y="118542"/>
                  <a:pt x="27819" y="120789"/>
                  <a:pt x="29642" y="122113"/>
                </a:cubicBezTo>
                <a:cubicBezTo>
                  <a:pt x="31465" y="123436"/>
                  <a:pt x="33862" y="123636"/>
                  <a:pt x="35885" y="122612"/>
                </a:cubicBezTo>
                <a:lnTo>
                  <a:pt x="71944" y="104283"/>
                </a:lnTo>
                <a:lnTo>
                  <a:pt x="107979" y="122612"/>
                </a:lnTo>
                <a:cubicBezTo>
                  <a:pt x="109976" y="123636"/>
                  <a:pt x="112399" y="123436"/>
                  <a:pt x="114222" y="122113"/>
                </a:cubicBezTo>
                <a:cubicBezTo>
                  <a:pt x="116044" y="120789"/>
                  <a:pt x="116968" y="118567"/>
                  <a:pt x="116619" y="116319"/>
                </a:cubicBezTo>
                <a:lnTo>
                  <a:pt x="110301" y="76389"/>
                </a:lnTo>
                <a:lnTo>
                  <a:pt x="138869" y="47796"/>
                </a:lnTo>
                <a:cubicBezTo>
                  <a:pt x="140467" y="46198"/>
                  <a:pt x="141016" y="43851"/>
                  <a:pt x="140317" y="41703"/>
                </a:cubicBezTo>
                <a:cubicBezTo>
                  <a:pt x="139618" y="39556"/>
                  <a:pt x="137795" y="37982"/>
                  <a:pt x="135548" y="37633"/>
                </a:cubicBezTo>
                <a:lnTo>
                  <a:pt x="95642" y="31290"/>
                </a:lnTo>
                <a:lnTo>
                  <a:pt x="77288" y="-4720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2555" y="3129435"/>
            <a:ext cx="317013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Overrides all other levels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4598" y="1841741"/>
            <a:ext cx="3607371" cy="1625600"/>
          </a:xfrm>
          <a:custGeom>
            <a:avLst/>
            <a:gdLst/>
            <a:ahLst/>
            <a:cxnLst/>
            <a:rect l="l" t="t" r="r" b="b"/>
            <a:pathLst>
              <a:path w="3607371" h="1625600">
                <a:moveTo>
                  <a:pt x="109598" y="0"/>
                </a:moveTo>
                <a:lnTo>
                  <a:pt x="3497773" y="0"/>
                </a:lnTo>
                <a:cubicBezTo>
                  <a:pt x="3558302" y="0"/>
                  <a:pt x="3607371" y="49069"/>
                  <a:pt x="3607371" y="109598"/>
                </a:cubicBezTo>
                <a:lnTo>
                  <a:pt x="3607371" y="1516002"/>
                </a:lnTo>
                <a:cubicBezTo>
                  <a:pt x="3607371" y="1576531"/>
                  <a:pt x="3558302" y="1625600"/>
                  <a:pt x="3497773" y="1625600"/>
                </a:cubicBezTo>
                <a:lnTo>
                  <a:pt x="109598" y="1625600"/>
                </a:lnTo>
                <a:cubicBezTo>
                  <a:pt x="49069" y="1625600"/>
                  <a:pt x="0" y="1576531"/>
                  <a:pt x="0" y="1516002"/>
                </a:cubicBezTo>
                <a:lnTo>
                  <a:pt x="0" y="109598"/>
                </a:lnTo>
                <a:cubicBezTo>
                  <a:pt x="0" y="49109"/>
                  <a:pt x="49109" y="0"/>
                  <a:pt x="109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49852" y="1996995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08055" y="2070055"/>
            <a:ext cx="228315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7807" y="2088321"/>
            <a:ext cx="1589070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Sub-Center Level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49852" y="2544950"/>
            <a:ext cx="3369924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hierarchies</a:t>
            </a: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defined for the employee's sub-center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4099" y="3159874"/>
            <a:ext cx="95892" cy="127856"/>
          </a:xfrm>
          <a:custGeom>
            <a:avLst/>
            <a:gdLst/>
            <a:ahLst/>
            <a:cxnLst/>
            <a:rect l="l" t="t" r="r" b="b"/>
            <a:pathLst>
              <a:path w="95892" h="127856">
                <a:moveTo>
                  <a:pt x="15982" y="0"/>
                </a:moveTo>
                <a:cubicBezTo>
                  <a:pt x="7167" y="0"/>
                  <a:pt x="0" y="7167"/>
                  <a:pt x="0" y="15982"/>
                </a:cubicBezTo>
                <a:lnTo>
                  <a:pt x="0" y="111874"/>
                </a:lnTo>
                <a:cubicBezTo>
                  <a:pt x="0" y="120689"/>
                  <a:pt x="7167" y="127856"/>
                  <a:pt x="15982" y="127856"/>
                </a:cubicBezTo>
                <a:lnTo>
                  <a:pt x="79910" y="127856"/>
                </a:lnTo>
                <a:cubicBezTo>
                  <a:pt x="88725" y="127856"/>
                  <a:pt x="95892" y="120689"/>
                  <a:pt x="95892" y="111874"/>
                </a:cubicBezTo>
                <a:lnTo>
                  <a:pt x="95892" y="15982"/>
                </a:lnTo>
                <a:cubicBezTo>
                  <a:pt x="95892" y="7167"/>
                  <a:pt x="88725" y="0"/>
                  <a:pt x="79910" y="0"/>
                </a:cubicBezTo>
                <a:lnTo>
                  <a:pt x="15982" y="0"/>
                </a:lnTo>
                <a:close/>
                <a:moveTo>
                  <a:pt x="43951" y="87901"/>
                </a:moveTo>
                <a:lnTo>
                  <a:pt x="51942" y="87901"/>
                </a:lnTo>
                <a:cubicBezTo>
                  <a:pt x="56362" y="87901"/>
                  <a:pt x="59933" y="91472"/>
                  <a:pt x="59933" y="95892"/>
                </a:cubicBezTo>
                <a:lnTo>
                  <a:pt x="59933" y="115870"/>
                </a:lnTo>
                <a:lnTo>
                  <a:pt x="35960" y="115870"/>
                </a:lnTo>
                <a:lnTo>
                  <a:pt x="35960" y="95892"/>
                </a:lnTo>
                <a:cubicBezTo>
                  <a:pt x="35960" y="91472"/>
                  <a:pt x="39531" y="87901"/>
                  <a:pt x="43951" y="87901"/>
                </a:cubicBezTo>
                <a:close/>
                <a:moveTo>
                  <a:pt x="23973" y="27969"/>
                </a:moveTo>
                <a:cubicBezTo>
                  <a:pt x="23973" y="25771"/>
                  <a:pt x="25771" y="23973"/>
                  <a:pt x="27969" y="23973"/>
                </a:cubicBezTo>
                <a:lnTo>
                  <a:pt x="35960" y="23973"/>
                </a:lnTo>
                <a:cubicBezTo>
                  <a:pt x="38157" y="23973"/>
                  <a:pt x="39955" y="25771"/>
                  <a:pt x="39955" y="27969"/>
                </a:cubicBezTo>
                <a:lnTo>
                  <a:pt x="39955" y="35960"/>
                </a:lnTo>
                <a:cubicBezTo>
                  <a:pt x="39955" y="38157"/>
                  <a:pt x="38157" y="39955"/>
                  <a:pt x="35960" y="39955"/>
                </a:cubicBezTo>
                <a:lnTo>
                  <a:pt x="27969" y="39955"/>
                </a:lnTo>
                <a:cubicBezTo>
                  <a:pt x="25771" y="39955"/>
                  <a:pt x="23973" y="38157"/>
                  <a:pt x="23973" y="35960"/>
                </a:cubicBezTo>
                <a:lnTo>
                  <a:pt x="23973" y="27969"/>
                </a:lnTo>
                <a:close/>
                <a:moveTo>
                  <a:pt x="59933" y="23973"/>
                </a:moveTo>
                <a:lnTo>
                  <a:pt x="67924" y="23973"/>
                </a:lnTo>
                <a:cubicBezTo>
                  <a:pt x="70121" y="23973"/>
                  <a:pt x="71919" y="25771"/>
                  <a:pt x="71919" y="27969"/>
                </a:cubicBezTo>
                <a:lnTo>
                  <a:pt x="71919" y="35960"/>
                </a:lnTo>
                <a:cubicBezTo>
                  <a:pt x="71919" y="38157"/>
                  <a:pt x="70121" y="39955"/>
                  <a:pt x="67924" y="39955"/>
                </a:cubicBezTo>
                <a:lnTo>
                  <a:pt x="59933" y="39955"/>
                </a:lnTo>
                <a:cubicBezTo>
                  <a:pt x="57735" y="39955"/>
                  <a:pt x="55937" y="38157"/>
                  <a:pt x="55937" y="35960"/>
                </a:cubicBezTo>
                <a:lnTo>
                  <a:pt x="55937" y="27969"/>
                </a:lnTo>
                <a:cubicBezTo>
                  <a:pt x="55937" y="25771"/>
                  <a:pt x="57735" y="23973"/>
                  <a:pt x="59933" y="23973"/>
                </a:cubicBezTo>
                <a:close/>
                <a:moveTo>
                  <a:pt x="23973" y="59933"/>
                </a:moveTo>
                <a:cubicBezTo>
                  <a:pt x="23973" y="57735"/>
                  <a:pt x="25771" y="55937"/>
                  <a:pt x="27969" y="55937"/>
                </a:cubicBezTo>
                <a:lnTo>
                  <a:pt x="35960" y="55937"/>
                </a:lnTo>
                <a:cubicBezTo>
                  <a:pt x="38157" y="55937"/>
                  <a:pt x="39955" y="57735"/>
                  <a:pt x="39955" y="59933"/>
                </a:cubicBezTo>
                <a:lnTo>
                  <a:pt x="39955" y="67924"/>
                </a:lnTo>
                <a:cubicBezTo>
                  <a:pt x="39955" y="70121"/>
                  <a:pt x="38157" y="71919"/>
                  <a:pt x="35960" y="71919"/>
                </a:cubicBezTo>
                <a:lnTo>
                  <a:pt x="27969" y="71919"/>
                </a:lnTo>
                <a:cubicBezTo>
                  <a:pt x="25771" y="71919"/>
                  <a:pt x="23973" y="70121"/>
                  <a:pt x="23973" y="67924"/>
                </a:cubicBezTo>
                <a:lnTo>
                  <a:pt x="23973" y="59933"/>
                </a:lnTo>
                <a:close/>
                <a:moveTo>
                  <a:pt x="59933" y="55937"/>
                </a:moveTo>
                <a:lnTo>
                  <a:pt x="67924" y="55937"/>
                </a:lnTo>
                <a:cubicBezTo>
                  <a:pt x="70121" y="55937"/>
                  <a:pt x="71919" y="57735"/>
                  <a:pt x="71919" y="59933"/>
                </a:cubicBezTo>
                <a:lnTo>
                  <a:pt x="71919" y="67924"/>
                </a:lnTo>
                <a:cubicBezTo>
                  <a:pt x="71919" y="70121"/>
                  <a:pt x="70121" y="71919"/>
                  <a:pt x="67924" y="71919"/>
                </a:cubicBezTo>
                <a:lnTo>
                  <a:pt x="59933" y="71919"/>
                </a:lnTo>
                <a:cubicBezTo>
                  <a:pt x="57735" y="71919"/>
                  <a:pt x="55937" y="70121"/>
                  <a:pt x="55937" y="67924"/>
                </a:cubicBezTo>
                <a:lnTo>
                  <a:pt x="55937" y="59933"/>
                </a:lnTo>
                <a:cubicBezTo>
                  <a:pt x="55937" y="57735"/>
                  <a:pt x="57735" y="55937"/>
                  <a:pt x="59933" y="5593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40507" y="3129435"/>
            <a:ext cx="317013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Location-based defaults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2645" y="1841741"/>
            <a:ext cx="3607371" cy="1625600"/>
          </a:xfrm>
          <a:custGeom>
            <a:avLst/>
            <a:gdLst/>
            <a:ahLst/>
            <a:cxnLst/>
            <a:rect l="l" t="t" r="r" b="b"/>
            <a:pathLst>
              <a:path w="3607371" h="1625600">
                <a:moveTo>
                  <a:pt x="109598" y="0"/>
                </a:moveTo>
                <a:lnTo>
                  <a:pt x="3497773" y="0"/>
                </a:lnTo>
                <a:cubicBezTo>
                  <a:pt x="3558302" y="0"/>
                  <a:pt x="3607371" y="49069"/>
                  <a:pt x="3607371" y="109598"/>
                </a:cubicBezTo>
                <a:lnTo>
                  <a:pt x="3607371" y="1516002"/>
                </a:lnTo>
                <a:cubicBezTo>
                  <a:pt x="3607371" y="1576531"/>
                  <a:pt x="3558302" y="1625600"/>
                  <a:pt x="3497773" y="1625600"/>
                </a:cubicBezTo>
                <a:lnTo>
                  <a:pt x="109598" y="1625600"/>
                </a:lnTo>
                <a:cubicBezTo>
                  <a:pt x="49069" y="1625600"/>
                  <a:pt x="0" y="1576531"/>
                  <a:pt x="0" y="1516002"/>
                </a:cubicBezTo>
                <a:lnTo>
                  <a:pt x="0" y="109598"/>
                </a:lnTo>
                <a:cubicBezTo>
                  <a:pt x="0" y="49109"/>
                  <a:pt x="49109" y="0"/>
                  <a:pt x="109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17899" y="1996995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76102" y="2070055"/>
            <a:ext cx="228315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5854" y="2088321"/>
            <a:ext cx="175345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 Manager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17899" y="2544950"/>
            <a:ext cx="3369924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Auto-built chain</a:t>
            </a: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reporting manager field (2-level)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0182" y="3159874"/>
            <a:ext cx="159820" cy="127856"/>
          </a:xfrm>
          <a:custGeom>
            <a:avLst/>
            <a:gdLst/>
            <a:ahLst/>
            <a:cxnLst/>
            <a:rect l="l" t="t" r="r" b="b"/>
            <a:pathLst>
              <a:path w="159820" h="127856">
                <a:moveTo>
                  <a:pt x="79910" y="3996"/>
                </a:moveTo>
                <a:cubicBezTo>
                  <a:pt x="94244" y="3996"/>
                  <a:pt x="105881" y="15633"/>
                  <a:pt x="105881" y="29966"/>
                </a:cubicBezTo>
                <a:cubicBezTo>
                  <a:pt x="105881" y="44300"/>
                  <a:pt x="94244" y="55937"/>
                  <a:pt x="79910" y="55937"/>
                </a:cubicBezTo>
                <a:cubicBezTo>
                  <a:pt x="65576" y="55937"/>
                  <a:pt x="53939" y="44300"/>
                  <a:pt x="53939" y="29966"/>
                </a:cubicBezTo>
                <a:cubicBezTo>
                  <a:pt x="53939" y="15633"/>
                  <a:pt x="65576" y="3996"/>
                  <a:pt x="79910" y="3996"/>
                </a:cubicBezTo>
                <a:close/>
                <a:moveTo>
                  <a:pt x="23973" y="21975"/>
                </a:moveTo>
                <a:cubicBezTo>
                  <a:pt x="33896" y="21975"/>
                  <a:pt x="41953" y="30032"/>
                  <a:pt x="41953" y="39955"/>
                </a:cubicBezTo>
                <a:cubicBezTo>
                  <a:pt x="41953" y="49878"/>
                  <a:pt x="33896" y="57935"/>
                  <a:pt x="23973" y="57935"/>
                </a:cubicBezTo>
                <a:cubicBezTo>
                  <a:pt x="14050" y="57935"/>
                  <a:pt x="5993" y="49878"/>
                  <a:pt x="5993" y="39955"/>
                </a:cubicBezTo>
                <a:cubicBezTo>
                  <a:pt x="5993" y="30032"/>
                  <a:pt x="14050" y="21975"/>
                  <a:pt x="23973" y="21975"/>
                </a:cubicBezTo>
                <a:close/>
                <a:moveTo>
                  <a:pt x="0" y="103883"/>
                </a:moveTo>
                <a:cubicBezTo>
                  <a:pt x="0" y="86228"/>
                  <a:pt x="14309" y="71919"/>
                  <a:pt x="31964" y="71919"/>
                </a:cubicBezTo>
                <a:cubicBezTo>
                  <a:pt x="35160" y="71919"/>
                  <a:pt x="38257" y="72394"/>
                  <a:pt x="41179" y="73268"/>
                </a:cubicBezTo>
                <a:cubicBezTo>
                  <a:pt x="32963" y="82457"/>
                  <a:pt x="27969" y="94594"/>
                  <a:pt x="27969" y="107879"/>
                </a:cubicBezTo>
                <a:lnTo>
                  <a:pt x="27969" y="111874"/>
                </a:lnTo>
                <a:cubicBezTo>
                  <a:pt x="27969" y="114721"/>
                  <a:pt x="28568" y="117418"/>
                  <a:pt x="29642" y="119865"/>
                </a:cubicBezTo>
                <a:lnTo>
                  <a:pt x="7991" y="119865"/>
                </a:lnTo>
                <a:cubicBezTo>
                  <a:pt x="3571" y="119865"/>
                  <a:pt x="0" y="116294"/>
                  <a:pt x="0" y="111874"/>
                </a:cubicBezTo>
                <a:lnTo>
                  <a:pt x="0" y="103883"/>
                </a:lnTo>
                <a:close/>
                <a:moveTo>
                  <a:pt x="130179" y="119865"/>
                </a:moveTo>
                <a:cubicBezTo>
                  <a:pt x="131252" y="117418"/>
                  <a:pt x="131852" y="114721"/>
                  <a:pt x="131852" y="111874"/>
                </a:cubicBezTo>
                <a:lnTo>
                  <a:pt x="131852" y="107879"/>
                </a:lnTo>
                <a:cubicBezTo>
                  <a:pt x="131852" y="94594"/>
                  <a:pt x="126857" y="82457"/>
                  <a:pt x="118642" y="73268"/>
                </a:cubicBezTo>
                <a:cubicBezTo>
                  <a:pt x="121563" y="72394"/>
                  <a:pt x="124660" y="71919"/>
                  <a:pt x="127856" y="71919"/>
                </a:cubicBezTo>
                <a:cubicBezTo>
                  <a:pt x="145511" y="71919"/>
                  <a:pt x="159820" y="86228"/>
                  <a:pt x="159820" y="103883"/>
                </a:cubicBezTo>
                <a:lnTo>
                  <a:pt x="159820" y="111874"/>
                </a:lnTo>
                <a:cubicBezTo>
                  <a:pt x="159820" y="116294"/>
                  <a:pt x="156249" y="119865"/>
                  <a:pt x="151829" y="119865"/>
                </a:cubicBezTo>
                <a:lnTo>
                  <a:pt x="130179" y="119865"/>
                </a:lnTo>
                <a:close/>
                <a:moveTo>
                  <a:pt x="117867" y="39955"/>
                </a:moveTo>
                <a:cubicBezTo>
                  <a:pt x="117867" y="30032"/>
                  <a:pt x="125924" y="21975"/>
                  <a:pt x="135847" y="21975"/>
                </a:cubicBezTo>
                <a:cubicBezTo>
                  <a:pt x="145770" y="21975"/>
                  <a:pt x="153827" y="30032"/>
                  <a:pt x="153827" y="39955"/>
                </a:cubicBezTo>
                <a:cubicBezTo>
                  <a:pt x="153827" y="49878"/>
                  <a:pt x="145770" y="57935"/>
                  <a:pt x="135847" y="57935"/>
                </a:cubicBezTo>
                <a:cubicBezTo>
                  <a:pt x="125924" y="57935"/>
                  <a:pt x="117867" y="49878"/>
                  <a:pt x="117867" y="39955"/>
                </a:cubicBezTo>
                <a:close/>
                <a:moveTo>
                  <a:pt x="39955" y="107879"/>
                </a:moveTo>
                <a:cubicBezTo>
                  <a:pt x="39955" y="85803"/>
                  <a:pt x="57835" y="67924"/>
                  <a:pt x="79910" y="67924"/>
                </a:cubicBezTo>
                <a:cubicBezTo>
                  <a:pt x="101985" y="67924"/>
                  <a:pt x="119865" y="85803"/>
                  <a:pt x="119865" y="107879"/>
                </a:cubicBezTo>
                <a:lnTo>
                  <a:pt x="119865" y="111874"/>
                </a:lnTo>
                <a:cubicBezTo>
                  <a:pt x="119865" y="116294"/>
                  <a:pt x="116294" y="119865"/>
                  <a:pt x="111874" y="119865"/>
                </a:cubicBezTo>
                <a:lnTo>
                  <a:pt x="47946" y="119865"/>
                </a:lnTo>
                <a:cubicBezTo>
                  <a:pt x="43526" y="119865"/>
                  <a:pt x="39955" y="116294"/>
                  <a:pt x="39955" y="111874"/>
                </a:cubicBezTo>
                <a:lnTo>
                  <a:pt x="39955" y="107879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08554" y="3129435"/>
            <a:ext cx="317013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chain building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8348" y="3777847"/>
            <a:ext cx="5650025" cy="2709333"/>
          </a:xfrm>
          <a:custGeom>
            <a:avLst/>
            <a:gdLst/>
            <a:ahLst/>
            <a:cxnLst/>
            <a:rect l="l" t="t" r="r" b="b"/>
            <a:pathLst>
              <a:path w="5650025" h="2709333">
                <a:moveTo>
                  <a:pt x="109593" y="0"/>
                </a:moveTo>
                <a:lnTo>
                  <a:pt x="5540433" y="0"/>
                </a:lnTo>
                <a:cubicBezTo>
                  <a:pt x="5600959" y="0"/>
                  <a:pt x="5650025" y="49066"/>
                  <a:pt x="5650025" y="109593"/>
                </a:cubicBezTo>
                <a:lnTo>
                  <a:pt x="5650025" y="2599741"/>
                </a:lnTo>
                <a:cubicBezTo>
                  <a:pt x="5650025" y="2660267"/>
                  <a:pt x="5600959" y="2709333"/>
                  <a:pt x="5540433" y="2709333"/>
                </a:cubicBezTo>
                <a:lnTo>
                  <a:pt x="109593" y="2709333"/>
                </a:lnTo>
                <a:cubicBezTo>
                  <a:pt x="49066" y="2709333"/>
                  <a:pt x="0" y="2660267"/>
                  <a:pt x="0" y="2599741"/>
                </a:cubicBezTo>
                <a:lnTo>
                  <a:pt x="0" y="109593"/>
                </a:lnTo>
                <a:cubicBezTo>
                  <a:pt x="0" y="49107"/>
                  <a:pt x="49107" y="0"/>
                  <a:pt x="109593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3814" y="3927011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47732" y="12950"/>
                </a:moveTo>
                <a:cubicBezTo>
                  <a:pt x="51621" y="15661"/>
                  <a:pt x="52548" y="21012"/>
                  <a:pt x="49837" y="24865"/>
                </a:cubicBezTo>
                <a:lnTo>
                  <a:pt x="29859" y="53404"/>
                </a:lnTo>
                <a:cubicBezTo>
                  <a:pt x="28397" y="55473"/>
                  <a:pt x="26113" y="56793"/>
                  <a:pt x="23581" y="57007"/>
                </a:cubicBezTo>
                <a:cubicBezTo>
                  <a:pt x="21048" y="57221"/>
                  <a:pt x="18551" y="56365"/>
                  <a:pt x="16767" y="54581"/>
                </a:cubicBezTo>
                <a:lnTo>
                  <a:pt x="2497" y="40312"/>
                </a:lnTo>
                <a:cubicBezTo>
                  <a:pt x="-821" y="36958"/>
                  <a:pt x="-821" y="31536"/>
                  <a:pt x="2497" y="28183"/>
                </a:cubicBezTo>
                <a:cubicBezTo>
                  <a:pt x="5815" y="24829"/>
                  <a:pt x="11273" y="24865"/>
                  <a:pt x="14626" y="28183"/>
                </a:cubicBezTo>
                <a:lnTo>
                  <a:pt x="21690" y="35246"/>
                </a:lnTo>
                <a:lnTo>
                  <a:pt x="35817" y="15054"/>
                </a:lnTo>
                <a:cubicBezTo>
                  <a:pt x="38528" y="11166"/>
                  <a:pt x="43879" y="10238"/>
                  <a:pt x="47732" y="12950"/>
                </a:cubicBezTo>
                <a:close/>
                <a:moveTo>
                  <a:pt x="47732" y="70028"/>
                </a:moveTo>
                <a:cubicBezTo>
                  <a:pt x="51621" y="72740"/>
                  <a:pt x="52548" y="78091"/>
                  <a:pt x="49837" y="81944"/>
                </a:cubicBezTo>
                <a:lnTo>
                  <a:pt x="29859" y="110483"/>
                </a:lnTo>
                <a:cubicBezTo>
                  <a:pt x="28397" y="112552"/>
                  <a:pt x="26113" y="113872"/>
                  <a:pt x="23581" y="114086"/>
                </a:cubicBezTo>
                <a:cubicBezTo>
                  <a:pt x="21048" y="114300"/>
                  <a:pt x="18551" y="113444"/>
                  <a:pt x="16767" y="111660"/>
                </a:cubicBezTo>
                <a:lnTo>
                  <a:pt x="2497" y="97390"/>
                </a:lnTo>
                <a:cubicBezTo>
                  <a:pt x="-856" y="94037"/>
                  <a:pt x="-856" y="88615"/>
                  <a:pt x="2497" y="85297"/>
                </a:cubicBezTo>
                <a:cubicBezTo>
                  <a:pt x="5851" y="81979"/>
                  <a:pt x="11273" y="81944"/>
                  <a:pt x="14591" y="85297"/>
                </a:cubicBezTo>
                <a:lnTo>
                  <a:pt x="21654" y="92360"/>
                </a:lnTo>
                <a:lnTo>
                  <a:pt x="35781" y="72169"/>
                </a:lnTo>
                <a:cubicBezTo>
                  <a:pt x="38492" y="68280"/>
                  <a:pt x="43844" y="67353"/>
                  <a:pt x="47696" y="70064"/>
                </a:cubicBezTo>
                <a:close/>
                <a:moveTo>
                  <a:pt x="79910" y="34247"/>
                </a:moveTo>
                <a:cubicBezTo>
                  <a:pt x="79910" y="27933"/>
                  <a:pt x="85012" y="22831"/>
                  <a:pt x="91326" y="22831"/>
                </a:cubicBezTo>
                <a:lnTo>
                  <a:pt x="171236" y="22831"/>
                </a:lnTo>
                <a:cubicBezTo>
                  <a:pt x="177550" y="22831"/>
                  <a:pt x="182652" y="27933"/>
                  <a:pt x="182652" y="34247"/>
                </a:cubicBezTo>
                <a:cubicBezTo>
                  <a:pt x="182652" y="40562"/>
                  <a:pt x="177550" y="45663"/>
                  <a:pt x="171236" y="45663"/>
                </a:cubicBezTo>
                <a:lnTo>
                  <a:pt x="91326" y="45663"/>
                </a:lnTo>
                <a:cubicBezTo>
                  <a:pt x="85012" y="45663"/>
                  <a:pt x="79910" y="40562"/>
                  <a:pt x="79910" y="34247"/>
                </a:cubicBezTo>
                <a:close/>
                <a:moveTo>
                  <a:pt x="79910" y="91326"/>
                </a:moveTo>
                <a:cubicBezTo>
                  <a:pt x="79910" y="85012"/>
                  <a:pt x="85012" y="79910"/>
                  <a:pt x="91326" y="79910"/>
                </a:cubicBezTo>
                <a:lnTo>
                  <a:pt x="171236" y="79910"/>
                </a:lnTo>
                <a:cubicBezTo>
                  <a:pt x="177550" y="79910"/>
                  <a:pt x="182652" y="85012"/>
                  <a:pt x="182652" y="91326"/>
                </a:cubicBezTo>
                <a:cubicBezTo>
                  <a:pt x="182652" y="97640"/>
                  <a:pt x="177550" y="102742"/>
                  <a:pt x="171236" y="102742"/>
                </a:cubicBezTo>
                <a:lnTo>
                  <a:pt x="91326" y="102742"/>
                </a:lnTo>
                <a:cubicBezTo>
                  <a:pt x="85012" y="102742"/>
                  <a:pt x="79910" y="97640"/>
                  <a:pt x="79910" y="91326"/>
                </a:cubicBezTo>
                <a:close/>
                <a:moveTo>
                  <a:pt x="57079" y="148404"/>
                </a:moveTo>
                <a:cubicBezTo>
                  <a:pt x="57079" y="142090"/>
                  <a:pt x="62180" y="136989"/>
                  <a:pt x="68494" y="136989"/>
                </a:cubicBezTo>
                <a:lnTo>
                  <a:pt x="171236" y="136989"/>
                </a:lnTo>
                <a:cubicBezTo>
                  <a:pt x="177550" y="136989"/>
                  <a:pt x="182652" y="142090"/>
                  <a:pt x="182652" y="148404"/>
                </a:cubicBezTo>
                <a:cubicBezTo>
                  <a:pt x="182652" y="154719"/>
                  <a:pt x="177550" y="159820"/>
                  <a:pt x="171236" y="159820"/>
                </a:cubicBezTo>
                <a:lnTo>
                  <a:pt x="68494" y="159820"/>
                </a:lnTo>
                <a:cubicBezTo>
                  <a:pt x="62180" y="159820"/>
                  <a:pt x="57079" y="154719"/>
                  <a:pt x="57079" y="148404"/>
                </a:cubicBezTo>
                <a:close/>
                <a:moveTo>
                  <a:pt x="22831" y="134135"/>
                </a:moveTo>
                <a:cubicBezTo>
                  <a:pt x="30707" y="134135"/>
                  <a:pt x="37101" y="140529"/>
                  <a:pt x="37101" y="148404"/>
                </a:cubicBezTo>
                <a:cubicBezTo>
                  <a:pt x="37101" y="156280"/>
                  <a:pt x="30707" y="162674"/>
                  <a:pt x="22831" y="162674"/>
                </a:cubicBezTo>
                <a:cubicBezTo>
                  <a:pt x="14956" y="162674"/>
                  <a:pt x="8562" y="156280"/>
                  <a:pt x="8562" y="148404"/>
                </a:cubicBezTo>
                <a:cubicBezTo>
                  <a:pt x="8562" y="140529"/>
                  <a:pt x="14956" y="134135"/>
                  <a:pt x="22831" y="134135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9297" y="3890481"/>
            <a:ext cx="528776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Approval Hierarchies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0983" y="4255784"/>
            <a:ext cx="5424755" cy="621016"/>
          </a:xfrm>
          <a:custGeom>
            <a:avLst/>
            <a:gdLst/>
            <a:ahLst/>
            <a:cxnLst/>
            <a:rect l="l" t="t" r="r" b="b"/>
            <a:pathLst>
              <a:path w="5424755" h="621016">
                <a:moveTo>
                  <a:pt x="73063" y="0"/>
                </a:moveTo>
                <a:lnTo>
                  <a:pt x="5351693" y="0"/>
                </a:lnTo>
                <a:cubicBezTo>
                  <a:pt x="5392044" y="0"/>
                  <a:pt x="5424755" y="32711"/>
                  <a:pt x="5424755" y="73063"/>
                </a:cubicBezTo>
                <a:lnTo>
                  <a:pt x="5424755" y="547953"/>
                </a:lnTo>
                <a:cubicBezTo>
                  <a:pt x="5424755" y="588305"/>
                  <a:pt x="5392044" y="621016"/>
                  <a:pt x="5351693" y="621016"/>
                </a:cubicBezTo>
                <a:lnTo>
                  <a:pt x="73063" y="621016"/>
                </a:lnTo>
                <a:cubicBezTo>
                  <a:pt x="32711" y="621016"/>
                  <a:pt x="0" y="588305"/>
                  <a:pt x="0" y="547953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0574" y="4383640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9297" y="4493231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36530" y="0"/>
                </a:moveTo>
                <a:cubicBezTo>
                  <a:pt x="41582" y="0"/>
                  <a:pt x="45663" y="4081"/>
                  <a:pt x="45663" y="9133"/>
                </a:cubicBezTo>
                <a:lnTo>
                  <a:pt x="45663" y="18265"/>
                </a:lnTo>
                <a:lnTo>
                  <a:pt x="82193" y="18265"/>
                </a:lnTo>
                <a:lnTo>
                  <a:pt x="82193" y="9133"/>
                </a:lnTo>
                <a:cubicBezTo>
                  <a:pt x="82193" y="4081"/>
                  <a:pt x="86274" y="0"/>
                  <a:pt x="91326" y="0"/>
                </a:cubicBezTo>
                <a:cubicBezTo>
                  <a:pt x="96377" y="0"/>
                  <a:pt x="100458" y="4081"/>
                  <a:pt x="100458" y="9133"/>
                </a:cubicBezTo>
                <a:lnTo>
                  <a:pt x="100458" y="18265"/>
                </a:lnTo>
                <a:lnTo>
                  <a:pt x="109591" y="18265"/>
                </a:lnTo>
                <a:cubicBezTo>
                  <a:pt x="119665" y="18265"/>
                  <a:pt x="127856" y="26456"/>
                  <a:pt x="127856" y="36530"/>
                </a:cubicBezTo>
                <a:lnTo>
                  <a:pt x="127856" y="118724"/>
                </a:lnTo>
                <a:cubicBezTo>
                  <a:pt x="127856" y="128798"/>
                  <a:pt x="119665" y="136989"/>
                  <a:pt x="109591" y="136989"/>
                </a:cubicBezTo>
                <a:lnTo>
                  <a:pt x="18265" y="136989"/>
                </a:lnTo>
                <a:cubicBezTo>
                  <a:pt x="8191" y="136989"/>
                  <a:pt x="0" y="128798"/>
                  <a:pt x="0" y="118724"/>
                </a:cubicBezTo>
                <a:lnTo>
                  <a:pt x="0" y="36530"/>
                </a:lnTo>
                <a:cubicBezTo>
                  <a:pt x="0" y="26456"/>
                  <a:pt x="8191" y="18265"/>
                  <a:pt x="18265" y="18265"/>
                </a:cubicBezTo>
                <a:lnTo>
                  <a:pt x="27398" y="18265"/>
                </a:lnTo>
                <a:lnTo>
                  <a:pt x="27398" y="9133"/>
                </a:lnTo>
                <a:cubicBezTo>
                  <a:pt x="27398" y="4081"/>
                  <a:pt x="31479" y="0"/>
                  <a:pt x="36530" y="0"/>
                </a:cubicBezTo>
                <a:close/>
                <a:moveTo>
                  <a:pt x="88015" y="65269"/>
                </a:moveTo>
                <a:cubicBezTo>
                  <a:pt x="90013" y="62073"/>
                  <a:pt x="89043" y="57849"/>
                  <a:pt x="85846" y="55823"/>
                </a:cubicBezTo>
                <a:cubicBezTo>
                  <a:pt x="82650" y="53797"/>
                  <a:pt x="78426" y="54796"/>
                  <a:pt x="76400" y="57992"/>
                </a:cubicBezTo>
                <a:lnTo>
                  <a:pt x="58877" y="86046"/>
                </a:lnTo>
                <a:lnTo>
                  <a:pt x="51171" y="75772"/>
                </a:lnTo>
                <a:cubicBezTo>
                  <a:pt x="48888" y="72747"/>
                  <a:pt x="44607" y="72119"/>
                  <a:pt x="41582" y="74402"/>
                </a:cubicBezTo>
                <a:cubicBezTo>
                  <a:pt x="38557" y="76685"/>
                  <a:pt x="37929" y="80966"/>
                  <a:pt x="40212" y="83991"/>
                </a:cubicBezTo>
                <a:lnTo>
                  <a:pt x="53911" y="102256"/>
                </a:lnTo>
                <a:cubicBezTo>
                  <a:pt x="55252" y="104054"/>
                  <a:pt x="57421" y="105082"/>
                  <a:pt x="59676" y="104996"/>
                </a:cubicBezTo>
                <a:cubicBezTo>
                  <a:pt x="61930" y="104911"/>
                  <a:pt x="63985" y="103712"/>
                  <a:pt x="65184" y="101771"/>
                </a:cubicBezTo>
                <a:lnTo>
                  <a:pt x="88015" y="6524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5468" y="4365375"/>
            <a:ext cx="1360755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Approval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5468" y="4584557"/>
            <a:ext cx="135162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leave type requests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0983" y="4949861"/>
            <a:ext cx="5424755" cy="621016"/>
          </a:xfrm>
          <a:custGeom>
            <a:avLst/>
            <a:gdLst/>
            <a:ahLst/>
            <a:cxnLst/>
            <a:rect l="l" t="t" r="r" b="b"/>
            <a:pathLst>
              <a:path w="5424755" h="621016">
                <a:moveTo>
                  <a:pt x="73063" y="0"/>
                </a:moveTo>
                <a:lnTo>
                  <a:pt x="5351693" y="0"/>
                </a:lnTo>
                <a:cubicBezTo>
                  <a:pt x="5392044" y="0"/>
                  <a:pt x="5424755" y="32711"/>
                  <a:pt x="5424755" y="73063"/>
                </a:cubicBezTo>
                <a:lnTo>
                  <a:pt x="5424755" y="547953"/>
                </a:lnTo>
                <a:cubicBezTo>
                  <a:pt x="5424755" y="588305"/>
                  <a:pt x="5392044" y="621016"/>
                  <a:pt x="5351693" y="621016"/>
                </a:cubicBezTo>
                <a:lnTo>
                  <a:pt x="73063" y="621016"/>
                </a:lnTo>
                <a:cubicBezTo>
                  <a:pt x="32711" y="621016"/>
                  <a:pt x="0" y="588305"/>
                  <a:pt x="0" y="547953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0574" y="5077717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0165" y="5187308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98461" y="77912"/>
                </a:moveTo>
                <a:cubicBezTo>
                  <a:pt x="101143" y="75230"/>
                  <a:pt x="101143" y="70892"/>
                  <a:pt x="98461" y="68238"/>
                </a:cubicBezTo>
                <a:lnTo>
                  <a:pt x="57364" y="27112"/>
                </a:lnTo>
                <a:cubicBezTo>
                  <a:pt x="55395" y="25143"/>
                  <a:pt x="52455" y="24572"/>
                  <a:pt x="49887" y="25628"/>
                </a:cubicBezTo>
                <a:cubicBezTo>
                  <a:pt x="47318" y="26684"/>
                  <a:pt x="45663" y="29196"/>
                  <a:pt x="45663" y="31964"/>
                </a:cubicBezTo>
                <a:lnTo>
                  <a:pt x="45663" y="54796"/>
                </a:lnTo>
                <a:lnTo>
                  <a:pt x="13699" y="54796"/>
                </a:lnTo>
                <a:cubicBezTo>
                  <a:pt x="6136" y="54796"/>
                  <a:pt x="0" y="60931"/>
                  <a:pt x="0" y="68494"/>
                </a:cubicBezTo>
                <a:lnTo>
                  <a:pt x="0" y="77627"/>
                </a:lnTo>
                <a:cubicBezTo>
                  <a:pt x="0" y="85190"/>
                  <a:pt x="6136" y="91326"/>
                  <a:pt x="13699" y="91326"/>
                </a:cubicBezTo>
                <a:lnTo>
                  <a:pt x="45663" y="91326"/>
                </a:lnTo>
                <a:lnTo>
                  <a:pt x="45663" y="114157"/>
                </a:lnTo>
                <a:cubicBezTo>
                  <a:pt x="45663" y="116926"/>
                  <a:pt x="47318" y="119437"/>
                  <a:pt x="49887" y="120493"/>
                </a:cubicBezTo>
                <a:cubicBezTo>
                  <a:pt x="52455" y="121549"/>
                  <a:pt x="55395" y="120978"/>
                  <a:pt x="57364" y="119009"/>
                </a:cubicBezTo>
                <a:lnTo>
                  <a:pt x="98461" y="77912"/>
                </a:lnTo>
                <a:close/>
                <a:moveTo>
                  <a:pt x="100458" y="118724"/>
                </a:moveTo>
                <a:cubicBezTo>
                  <a:pt x="95407" y="118724"/>
                  <a:pt x="91326" y="122805"/>
                  <a:pt x="91326" y="127856"/>
                </a:cubicBezTo>
                <a:cubicBezTo>
                  <a:pt x="91326" y="132908"/>
                  <a:pt x="95407" y="136989"/>
                  <a:pt x="100458" y="136989"/>
                </a:cubicBezTo>
                <a:lnTo>
                  <a:pt x="118724" y="136989"/>
                </a:lnTo>
                <a:cubicBezTo>
                  <a:pt x="133849" y="136989"/>
                  <a:pt x="146121" y="124717"/>
                  <a:pt x="146121" y="109591"/>
                </a:cubicBezTo>
                <a:lnTo>
                  <a:pt x="146121" y="36530"/>
                </a:lnTo>
                <a:cubicBezTo>
                  <a:pt x="146121" y="21404"/>
                  <a:pt x="133849" y="9133"/>
                  <a:pt x="118724" y="9133"/>
                </a:cubicBezTo>
                <a:lnTo>
                  <a:pt x="100458" y="9133"/>
                </a:lnTo>
                <a:cubicBezTo>
                  <a:pt x="95407" y="9133"/>
                  <a:pt x="91326" y="13214"/>
                  <a:pt x="91326" y="18265"/>
                </a:cubicBezTo>
                <a:cubicBezTo>
                  <a:pt x="91326" y="23317"/>
                  <a:pt x="95407" y="27398"/>
                  <a:pt x="100458" y="27398"/>
                </a:cubicBezTo>
                <a:lnTo>
                  <a:pt x="118724" y="27398"/>
                </a:lnTo>
                <a:cubicBezTo>
                  <a:pt x="123775" y="27398"/>
                  <a:pt x="127856" y="31479"/>
                  <a:pt x="127856" y="36530"/>
                </a:cubicBezTo>
                <a:lnTo>
                  <a:pt x="127856" y="109591"/>
                </a:lnTo>
                <a:cubicBezTo>
                  <a:pt x="127856" y="114642"/>
                  <a:pt x="123775" y="118724"/>
                  <a:pt x="118724" y="118724"/>
                </a:cubicBezTo>
                <a:lnTo>
                  <a:pt x="100458" y="118724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5468" y="5059452"/>
            <a:ext cx="1397285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Check-In Approval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5468" y="5278634"/>
            <a:ext cx="138815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 arrival &amp; violations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0983" y="5643937"/>
            <a:ext cx="5424755" cy="621016"/>
          </a:xfrm>
          <a:custGeom>
            <a:avLst/>
            <a:gdLst/>
            <a:ahLst/>
            <a:cxnLst/>
            <a:rect l="l" t="t" r="r" b="b"/>
            <a:pathLst>
              <a:path w="5424755" h="621016">
                <a:moveTo>
                  <a:pt x="73063" y="0"/>
                </a:moveTo>
                <a:lnTo>
                  <a:pt x="5351693" y="0"/>
                </a:lnTo>
                <a:cubicBezTo>
                  <a:pt x="5392044" y="0"/>
                  <a:pt x="5424755" y="32711"/>
                  <a:pt x="5424755" y="73063"/>
                </a:cubicBezTo>
                <a:lnTo>
                  <a:pt x="5424755" y="547953"/>
                </a:lnTo>
                <a:cubicBezTo>
                  <a:pt x="5424755" y="588305"/>
                  <a:pt x="5392044" y="621016"/>
                  <a:pt x="5351693" y="621016"/>
                </a:cubicBezTo>
                <a:lnTo>
                  <a:pt x="73063" y="621016"/>
                </a:lnTo>
                <a:cubicBezTo>
                  <a:pt x="32711" y="621016"/>
                  <a:pt x="0" y="588305"/>
                  <a:pt x="0" y="547953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0574" y="5771793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0165" y="5881384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44124" y="77912"/>
                </a:moveTo>
                <a:cubicBezTo>
                  <a:pt x="146806" y="75230"/>
                  <a:pt x="146806" y="70892"/>
                  <a:pt x="144124" y="68238"/>
                </a:cubicBezTo>
                <a:lnTo>
                  <a:pt x="103027" y="27112"/>
                </a:lnTo>
                <a:cubicBezTo>
                  <a:pt x="101058" y="25143"/>
                  <a:pt x="98118" y="24572"/>
                  <a:pt x="95550" y="25628"/>
                </a:cubicBezTo>
                <a:cubicBezTo>
                  <a:pt x="92981" y="26684"/>
                  <a:pt x="91326" y="29196"/>
                  <a:pt x="91326" y="31964"/>
                </a:cubicBezTo>
                <a:lnTo>
                  <a:pt x="91326" y="54796"/>
                </a:lnTo>
                <a:lnTo>
                  <a:pt x="59362" y="54796"/>
                </a:lnTo>
                <a:cubicBezTo>
                  <a:pt x="51799" y="54796"/>
                  <a:pt x="45663" y="60931"/>
                  <a:pt x="45663" y="68494"/>
                </a:cubicBezTo>
                <a:lnTo>
                  <a:pt x="45663" y="77627"/>
                </a:lnTo>
                <a:cubicBezTo>
                  <a:pt x="45663" y="85190"/>
                  <a:pt x="51799" y="91326"/>
                  <a:pt x="59362" y="91326"/>
                </a:cubicBezTo>
                <a:lnTo>
                  <a:pt x="91326" y="91326"/>
                </a:lnTo>
                <a:lnTo>
                  <a:pt x="91326" y="114157"/>
                </a:lnTo>
                <a:cubicBezTo>
                  <a:pt x="91326" y="116926"/>
                  <a:pt x="92981" y="119437"/>
                  <a:pt x="95550" y="120493"/>
                </a:cubicBezTo>
                <a:cubicBezTo>
                  <a:pt x="98118" y="121549"/>
                  <a:pt x="101058" y="120978"/>
                  <a:pt x="103027" y="119009"/>
                </a:cubicBezTo>
                <a:lnTo>
                  <a:pt x="144124" y="77912"/>
                </a:lnTo>
                <a:close/>
                <a:moveTo>
                  <a:pt x="45663" y="27398"/>
                </a:moveTo>
                <a:cubicBezTo>
                  <a:pt x="50714" y="27398"/>
                  <a:pt x="54796" y="23317"/>
                  <a:pt x="54796" y="18265"/>
                </a:cubicBezTo>
                <a:cubicBezTo>
                  <a:pt x="54796" y="13214"/>
                  <a:pt x="50714" y="9133"/>
                  <a:pt x="45663" y="9133"/>
                </a:cubicBezTo>
                <a:lnTo>
                  <a:pt x="27398" y="9133"/>
                </a:lnTo>
                <a:cubicBezTo>
                  <a:pt x="12272" y="9133"/>
                  <a:pt x="0" y="21404"/>
                  <a:pt x="0" y="36530"/>
                </a:cubicBezTo>
                <a:lnTo>
                  <a:pt x="0" y="109591"/>
                </a:lnTo>
                <a:cubicBezTo>
                  <a:pt x="0" y="124717"/>
                  <a:pt x="12272" y="136989"/>
                  <a:pt x="27398" y="136989"/>
                </a:cubicBezTo>
                <a:lnTo>
                  <a:pt x="45663" y="136989"/>
                </a:lnTo>
                <a:cubicBezTo>
                  <a:pt x="50714" y="136989"/>
                  <a:pt x="54796" y="132908"/>
                  <a:pt x="54796" y="127856"/>
                </a:cubicBezTo>
                <a:cubicBezTo>
                  <a:pt x="54796" y="122805"/>
                  <a:pt x="50714" y="118724"/>
                  <a:pt x="45663" y="118724"/>
                </a:cubicBezTo>
                <a:lnTo>
                  <a:pt x="27398" y="118724"/>
                </a:lnTo>
                <a:cubicBezTo>
                  <a:pt x="22346" y="118724"/>
                  <a:pt x="18265" y="114642"/>
                  <a:pt x="18265" y="109591"/>
                </a:cubicBezTo>
                <a:lnTo>
                  <a:pt x="18265" y="36530"/>
                </a:lnTo>
                <a:cubicBezTo>
                  <a:pt x="18265" y="31479"/>
                  <a:pt x="22346" y="27398"/>
                  <a:pt x="27398" y="27398"/>
                </a:cubicBezTo>
                <a:lnTo>
                  <a:pt x="45663" y="27398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5468" y="5753528"/>
            <a:ext cx="163473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Check-Out Approval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5468" y="5972710"/>
            <a:ext cx="162560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departure &amp; over-duty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2581" y="3777847"/>
            <a:ext cx="5650025" cy="2709333"/>
          </a:xfrm>
          <a:custGeom>
            <a:avLst/>
            <a:gdLst/>
            <a:ahLst/>
            <a:cxnLst/>
            <a:rect l="l" t="t" r="r" b="b"/>
            <a:pathLst>
              <a:path w="5650025" h="2709333">
                <a:moveTo>
                  <a:pt x="109593" y="0"/>
                </a:moveTo>
                <a:lnTo>
                  <a:pt x="5540433" y="0"/>
                </a:lnTo>
                <a:cubicBezTo>
                  <a:pt x="5600959" y="0"/>
                  <a:pt x="5650025" y="49066"/>
                  <a:pt x="5650025" y="109593"/>
                </a:cubicBezTo>
                <a:lnTo>
                  <a:pt x="5650025" y="2599741"/>
                </a:lnTo>
                <a:cubicBezTo>
                  <a:pt x="5650025" y="2660267"/>
                  <a:pt x="5600959" y="2709333"/>
                  <a:pt x="5540433" y="2709333"/>
                </a:cubicBezTo>
                <a:lnTo>
                  <a:pt x="109593" y="2709333"/>
                </a:lnTo>
                <a:cubicBezTo>
                  <a:pt x="49066" y="2709333"/>
                  <a:pt x="0" y="2660267"/>
                  <a:pt x="0" y="2599741"/>
                </a:cubicBezTo>
                <a:lnTo>
                  <a:pt x="0" y="109593"/>
                </a:lnTo>
                <a:cubicBezTo>
                  <a:pt x="0" y="49107"/>
                  <a:pt x="49107" y="0"/>
                  <a:pt x="109593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08047" y="3927011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0" y="28539"/>
                </a:moveTo>
                <a:cubicBezTo>
                  <a:pt x="0" y="19086"/>
                  <a:pt x="7670" y="11416"/>
                  <a:pt x="17124" y="11416"/>
                </a:cubicBezTo>
                <a:lnTo>
                  <a:pt x="51371" y="11416"/>
                </a:lnTo>
                <a:cubicBezTo>
                  <a:pt x="60824" y="11416"/>
                  <a:pt x="68494" y="19086"/>
                  <a:pt x="68494" y="28539"/>
                </a:cubicBezTo>
                <a:lnTo>
                  <a:pt x="68494" y="34247"/>
                </a:lnTo>
                <a:lnTo>
                  <a:pt x="114157" y="34247"/>
                </a:lnTo>
                <a:lnTo>
                  <a:pt x="114157" y="28539"/>
                </a:lnTo>
                <a:cubicBezTo>
                  <a:pt x="114157" y="19086"/>
                  <a:pt x="121827" y="11416"/>
                  <a:pt x="131281" y="11416"/>
                </a:cubicBezTo>
                <a:lnTo>
                  <a:pt x="165528" y="11416"/>
                </a:lnTo>
                <a:cubicBezTo>
                  <a:pt x="174982" y="11416"/>
                  <a:pt x="182652" y="19086"/>
                  <a:pt x="182652" y="28539"/>
                </a:cubicBezTo>
                <a:lnTo>
                  <a:pt x="182652" y="62787"/>
                </a:lnTo>
                <a:cubicBezTo>
                  <a:pt x="182652" y="72240"/>
                  <a:pt x="174982" y="79910"/>
                  <a:pt x="165528" y="79910"/>
                </a:cubicBezTo>
                <a:lnTo>
                  <a:pt x="131281" y="79910"/>
                </a:lnTo>
                <a:cubicBezTo>
                  <a:pt x="121827" y="79910"/>
                  <a:pt x="114157" y="72240"/>
                  <a:pt x="114157" y="62787"/>
                </a:cubicBezTo>
                <a:lnTo>
                  <a:pt x="114157" y="57079"/>
                </a:lnTo>
                <a:lnTo>
                  <a:pt x="68494" y="57079"/>
                </a:lnTo>
                <a:lnTo>
                  <a:pt x="68494" y="62787"/>
                </a:lnTo>
                <a:cubicBezTo>
                  <a:pt x="68494" y="65391"/>
                  <a:pt x="67888" y="67888"/>
                  <a:pt x="66853" y="70100"/>
                </a:cubicBezTo>
                <a:lnTo>
                  <a:pt x="91326" y="102742"/>
                </a:lnTo>
                <a:lnTo>
                  <a:pt x="119865" y="102742"/>
                </a:lnTo>
                <a:cubicBezTo>
                  <a:pt x="129319" y="102742"/>
                  <a:pt x="136989" y="110412"/>
                  <a:pt x="136989" y="119865"/>
                </a:cubicBezTo>
                <a:lnTo>
                  <a:pt x="136989" y="154112"/>
                </a:lnTo>
                <a:cubicBezTo>
                  <a:pt x="136989" y="163566"/>
                  <a:pt x="129319" y="171236"/>
                  <a:pt x="119865" y="171236"/>
                </a:cubicBezTo>
                <a:lnTo>
                  <a:pt x="85618" y="171236"/>
                </a:lnTo>
                <a:cubicBezTo>
                  <a:pt x="76164" y="171236"/>
                  <a:pt x="68494" y="163566"/>
                  <a:pt x="68494" y="154112"/>
                </a:cubicBezTo>
                <a:lnTo>
                  <a:pt x="68494" y="119865"/>
                </a:lnTo>
                <a:cubicBezTo>
                  <a:pt x="68494" y="117261"/>
                  <a:pt x="69101" y="114764"/>
                  <a:pt x="70135" y="112552"/>
                </a:cubicBezTo>
                <a:lnTo>
                  <a:pt x="45663" y="79910"/>
                </a:lnTo>
                <a:lnTo>
                  <a:pt x="17124" y="79910"/>
                </a:lnTo>
                <a:cubicBezTo>
                  <a:pt x="7670" y="79910"/>
                  <a:pt x="0" y="72240"/>
                  <a:pt x="0" y="62787"/>
                </a:cubicBezTo>
                <a:lnTo>
                  <a:pt x="0" y="28539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13530" y="3890481"/>
            <a:ext cx="528776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Process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85216" y="4255784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22110" y="4310580"/>
            <a:ext cx="173519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60110" y="4328845"/>
            <a:ext cx="220095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Submitted by Employee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43749" y="4657618"/>
            <a:ext cx="109591" cy="146121"/>
          </a:xfrm>
          <a:custGeom>
            <a:avLst/>
            <a:gdLst/>
            <a:ahLst/>
            <a:cxnLst/>
            <a:rect l="l" t="t" r="r" b="b"/>
            <a:pathLst>
              <a:path w="109591" h="146121">
                <a:moveTo>
                  <a:pt x="48346" y="143439"/>
                </a:moveTo>
                <a:cubicBezTo>
                  <a:pt x="51913" y="147006"/>
                  <a:pt x="57707" y="147006"/>
                  <a:pt x="61274" y="143439"/>
                </a:cubicBezTo>
                <a:lnTo>
                  <a:pt x="106937" y="97776"/>
                </a:lnTo>
                <a:cubicBezTo>
                  <a:pt x="110504" y="94208"/>
                  <a:pt x="110504" y="88415"/>
                  <a:pt x="106937" y="84847"/>
                </a:cubicBezTo>
                <a:cubicBezTo>
                  <a:pt x="103369" y="81280"/>
                  <a:pt x="97576" y="81280"/>
                  <a:pt x="94009" y="84847"/>
                </a:cubicBezTo>
                <a:lnTo>
                  <a:pt x="63928" y="114928"/>
                </a:lnTo>
                <a:lnTo>
                  <a:pt x="63928" y="9133"/>
                </a:lnTo>
                <a:cubicBezTo>
                  <a:pt x="63928" y="4081"/>
                  <a:pt x="59847" y="0"/>
                  <a:pt x="54796" y="0"/>
                </a:cubicBezTo>
                <a:cubicBezTo>
                  <a:pt x="49744" y="0"/>
                  <a:pt x="45663" y="4081"/>
                  <a:pt x="45663" y="9133"/>
                </a:cubicBezTo>
                <a:lnTo>
                  <a:pt x="45663" y="114928"/>
                </a:lnTo>
                <a:lnTo>
                  <a:pt x="15582" y="84847"/>
                </a:lnTo>
                <a:cubicBezTo>
                  <a:pt x="12015" y="81280"/>
                  <a:pt x="6222" y="81280"/>
                  <a:pt x="2654" y="84847"/>
                </a:cubicBezTo>
                <a:cubicBezTo>
                  <a:pt x="-913" y="88415"/>
                  <a:pt x="-913" y="94208"/>
                  <a:pt x="2654" y="97776"/>
                </a:cubicBezTo>
                <a:lnTo>
                  <a:pt x="48317" y="143439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85216" y="4840270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22110" y="4895065"/>
            <a:ext cx="173519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0D94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60110" y="4913330"/>
            <a:ext cx="204569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Approver Reviews &amp; Acts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943749" y="5242103"/>
            <a:ext cx="109591" cy="146121"/>
          </a:xfrm>
          <a:custGeom>
            <a:avLst/>
            <a:gdLst/>
            <a:ahLst/>
            <a:cxnLst/>
            <a:rect l="l" t="t" r="r" b="b"/>
            <a:pathLst>
              <a:path w="109591" h="146121">
                <a:moveTo>
                  <a:pt x="48346" y="143439"/>
                </a:moveTo>
                <a:cubicBezTo>
                  <a:pt x="51913" y="147006"/>
                  <a:pt x="57707" y="147006"/>
                  <a:pt x="61274" y="143439"/>
                </a:cubicBezTo>
                <a:lnTo>
                  <a:pt x="106937" y="97776"/>
                </a:lnTo>
                <a:cubicBezTo>
                  <a:pt x="110504" y="94208"/>
                  <a:pt x="110504" y="88415"/>
                  <a:pt x="106937" y="84847"/>
                </a:cubicBezTo>
                <a:cubicBezTo>
                  <a:pt x="103369" y="81280"/>
                  <a:pt x="97576" y="81280"/>
                  <a:pt x="94009" y="84847"/>
                </a:cubicBezTo>
                <a:lnTo>
                  <a:pt x="63928" y="114928"/>
                </a:lnTo>
                <a:lnTo>
                  <a:pt x="63928" y="9133"/>
                </a:lnTo>
                <a:cubicBezTo>
                  <a:pt x="63928" y="4081"/>
                  <a:pt x="59847" y="0"/>
                  <a:pt x="54796" y="0"/>
                </a:cubicBezTo>
                <a:cubicBezTo>
                  <a:pt x="49744" y="0"/>
                  <a:pt x="45663" y="4081"/>
                  <a:pt x="45663" y="9133"/>
                </a:cubicBezTo>
                <a:lnTo>
                  <a:pt x="45663" y="114928"/>
                </a:lnTo>
                <a:lnTo>
                  <a:pt x="15582" y="84847"/>
                </a:lnTo>
                <a:cubicBezTo>
                  <a:pt x="12015" y="81280"/>
                  <a:pt x="6222" y="81280"/>
                  <a:pt x="2654" y="84847"/>
                </a:cubicBezTo>
                <a:cubicBezTo>
                  <a:pt x="-913" y="88415"/>
                  <a:pt x="-913" y="94208"/>
                  <a:pt x="2654" y="97776"/>
                </a:cubicBezTo>
                <a:lnTo>
                  <a:pt x="48317" y="143439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85216" y="5424755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22110" y="5479551"/>
            <a:ext cx="173519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60110" y="5497816"/>
            <a:ext cx="179911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Approval Chain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943749" y="5826589"/>
            <a:ext cx="109591" cy="146121"/>
          </a:xfrm>
          <a:custGeom>
            <a:avLst/>
            <a:gdLst/>
            <a:ahLst/>
            <a:cxnLst/>
            <a:rect l="l" t="t" r="r" b="b"/>
            <a:pathLst>
              <a:path w="109591" h="146121">
                <a:moveTo>
                  <a:pt x="48346" y="143439"/>
                </a:moveTo>
                <a:cubicBezTo>
                  <a:pt x="51913" y="147006"/>
                  <a:pt x="57707" y="147006"/>
                  <a:pt x="61274" y="143439"/>
                </a:cubicBezTo>
                <a:lnTo>
                  <a:pt x="106937" y="97776"/>
                </a:lnTo>
                <a:cubicBezTo>
                  <a:pt x="110504" y="94208"/>
                  <a:pt x="110504" y="88415"/>
                  <a:pt x="106937" y="84847"/>
                </a:cubicBezTo>
                <a:cubicBezTo>
                  <a:pt x="103369" y="81280"/>
                  <a:pt x="97576" y="81280"/>
                  <a:pt x="94009" y="84847"/>
                </a:cubicBezTo>
                <a:lnTo>
                  <a:pt x="63928" y="114928"/>
                </a:lnTo>
                <a:lnTo>
                  <a:pt x="63928" y="9133"/>
                </a:lnTo>
                <a:cubicBezTo>
                  <a:pt x="63928" y="4081"/>
                  <a:pt x="59847" y="0"/>
                  <a:pt x="54796" y="0"/>
                </a:cubicBezTo>
                <a:cubicBezTo>
                  <a:pt x="49744" y="0"/>
                  <a:pt x="45663" y="4081"/>
                  <a:pt x="45663" y="9133"/>
                </a:cubicBezTo>
                <a:lnTo>
                  <a:pt x="45663" y="114928"/>
                </a:lnTo>
                <a:lnTo>
                  <a:pt x="15582" y="84847"/>
                </a:lnTo>
                <a:cubicBezTo>
                  <a:pt x="12015" y="81280"/>
                  <a:pt x="6222" y="81280"/>
                  <a:pt x="2654" y="84847"/>
                </a:cubicBezTo>
                <a:cubicBezTo>
                  <a:pt x="-913" y="88415"/>
                  <a:pt x="-913" y="94208"/>
                  <a:pt x="2654" y="97776"/>
                </a:cubicBezTo>
                <a:lnTo>
                  <a:pt x="48317" y="143439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285216" y="6009240"/>
            <a:ext cx="365303" cy="365303"/>
          </a:xfrm>
          <a:custGeom>
            <a:avLst/>
            <a:gdLst/>
            <a:ahLst/>
            <a:cxnLst/>
            <a:rect l="l" t="t" r="r" b="b"/>
            <a:pathLst>
              <a:path w="365303" h="365303">
                <a:moveTo>
                  <a:pt x="73061" y="0"/>
                </a:moveTo>
                <a:lnTo>
                  <a:pt x="292243" y="0"/>
                </a:lnTo>
                <a:cubicBezTo>
                  <a:pt x="332566" y="0"/>
                  <a:pt x="365303" y="32737"/>
                  <a:pt x="365303" y="73061"/>
                </a:cubicBezTo>
                <a:lnTo>
                  <a:pt x="365303" y="292243"/>
                </a:lnTo>
                <a:cubicBezTo>
                  <a:pt x="365303" y="332566"/>
                  <a:pt x="332566" y="365303"/>
                  <a:pt x="29224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403939" y="6118831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760110" y="6106658"/>
            <a:ext cx="1786276" cy="16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Approval/Rejection</a:t>
            </a:r>
            <a:endParaRPr lang="en-US" sz="1600" dirty="0"/>
          </a:p>
        </p:txBody>
      </p:sp>
      <p:sp>
        <p:nvSpPr>
          <p:cNvPr id="66" name="Rounded Rectangle 65"/>
          <p:cNvSpPr/>
          <p:nvPr/>
        </p:nvSpPr>
        <p:spPr>
          <a:xfrm>
            <a:off x="6455664" y="2157984"/>
            <a:ext cx="5541264" cy="3461004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37960" y="221284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739128" y="221284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40296" y="221284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223760" y="2203704"/>
            <a:ext cx="38404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hrms.metal.com/admin_approvals</a:t>
            </a:r>
          </a:p>
        </p:txBody>
      </p:sp>
      <p:pic>
        <p:nvPicPr>
          <p:cNvPr id="72" name="Picture 71" descr="admin_approval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23160"/>
            <a:ext cx="5486400" cy="308610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6400800" y="2423160"/>
            <a:ext cx="5486400" cy="3086100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55549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Multi-level Approval Workflow — Live Screenshot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625" y="427213"/>
            <a:ext cx="460075" cy="460075"/>
          </a:xfrm>
          <a:custGeom>
            <a:avLst/>
            <a:gdLst/>
            <a:ahLst/>
            <a:cxnLst/>
            <a:rect l="l" t="t" r="r" b="b"/>
            <a:pathLst>
              <a:path w="460075" h="460075">
                <a:moveTo>
                  <a:pt x="98590" y="0"/>
                </a:moveTo>
                <a:lnTo>
                  <a:pt x="361486" y="0"/>
                </a:lnTo>
                <a:cubicBezTo>
                  <a:pt x="415935" y="0"/>
                  <a:pt x="460075" y="44140"/>
                  <a:pt x="460075" y="98590"/>
                </a:cubicBezTo>
                <a:lnTo>
                  <a:pt x="460075" y="361486"/>
                </a:lnTo>
                <a:cubicBezTo>
                  <a:pt x="460075" y="415935"/>
                  <a:pt x="415935" y="460075"/>
                  <a:pt x="361486" y="460075"/>
                </a:cubicBezTo>
                <a:lnTo>
                  <a:pt x="98590" y="460075"/>
                </a:lnTo>
                <a:cubicBezTo>
                  <a:pt x="44140" y="460075"/>
                  <a:pt x="0" y="415935"/>
                  <a:pt x="0" y="361486"/>
                </a:cubicBezTo>
                <a:lnTo>
                  <a:pt x="0" y="98590"/>
                </a:lnTo>
                <a:cubicBezTo>
                  <a:pt x="0" y="44140"/>
                  <a:pt x="44140" y="0"/>
                  <a:pt x="98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60075" y="558663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0"/>
                </a:moveTo>
                <a:cubicBezTo>
                  <a:pt x="100359" y="0"/>
                  <a:pt x="102131" y="385"/>
                  <a:pt x="103748" y="1117"/>
                </a:cubicBezTo>
                <a:lnTo>
                  <a:pt x="176302" y="31887"/>
                </a:lnTo>
                <a:cubicBezTo>
                  <a:pt x="184775" y="35468"/>
                  <a:pt x="191090" y="43825"/>
                  <a:pt x="191052" y="53915"/>
                </a:cubicBezTo>
                <a:cubicBezTo>
                  <a:pt x="190859" y="92118"/>
                  <a:pt x="175147" y="162015"/>
                  <a:pt x="108793" y="193786"/>
                </a:cubicBezTo>
                <a:cubicBezTo>
                  <a:pt x="102362" y="196867"/>
                  <a:pt x="94891" y="196867"/>
                  <a:pt x="88459" y="193786"/>
                </a:cubicBezTo>
                <a:cubicBezTo>
                  <a:pt x="22067" y="162015"/>
                  <a:pt x="6393" y="92118"/>
                  <a:pt x="6200" y="53915"/>
                </a:cubicBezTo>
                <a:cubicBezTo>
                  <a:pt x="6162" y="43825"/>
                  <a:pt x="12477" y="35468"/>
                  <a:pt x="20950" y="31887"/>
                </a:cubicBezTo>
                <a:lnTo>
                  <a:pt x="93466" y="1117"/>
                </a:lnTo>
                <a:cubicBezTo>
                  <a:pt x="95083" y="385"/>
                  <a:pt x="96816" y="0"/>
                  <a:pt x="98588" y="0"/>
                </a:cubicBezTo>
                <a:close/>
                <a:moveTo>
                  <a:pt x="98588" y="25725"/>
                </a:moveTo>
                <a:lnTo>
                  <a:pt x="98588" y="171334"/>
                </a:lnTo>
                <a:cubicBezTo>
                  <a:pt x="151732" y="145609"/>
                  <a:pt x="166020" y="88613"/>
                  <a:pt x="166367" y="54493"/>
                </a:cubicBezTo>
                <a:lnTo>
                  <a:pt x="98588" y="25764"/>
                </a:lnTo>
                <a:lnTo>
                  <a:pt x="98588" y="2576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0151" y="328625"/>
            <a:ext cx="3853132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0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Compliance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0151" y="755838"/>
            <a:ext cx="3729898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4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labor law compliance monitoring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949" y="1150189"/>
            <a:ext cx="221822" cy="197175"/>
          </a:xfrm>
          <a:custGeom>
            <a:avLst/>
            <a:gdLst/>
            <a:ahLst/>
            <a:cxnLst/>
            <a:rect l="l" t="t" r="r" b="b"/>
            <a:pathLst>
              <a:path w="221822" h="197175">
                <a:moveTo>
                  <a:pt x="65314" y="59076"/>
                </a:moveTo>
                <a:lnTo>
                  <a:pt x="58113" y="51874"/>
                </a:lnTo>
                <a:cubicBezTo>
                  <a:pt x="53299" y="47060"/>
                  <a:pt x="53299" y="39242"/>
                  <a:pt x="58113" y="34429"/>
                </a:cubicBezTo>
                <a:lnTo>
                  <a:pt x="102285" y="-9782"/>
                </a:lnTo>
                <a:cubicBezTo>
                  <a:pt x="107098" y="-14596"/>
                  <a:pt x="114916" y="-14596"/>
                  <a:pt x="119730" y="-9782"/>
                </a:cubicBezTo>
                <a:lnTo>
                  <a:pt x="126932" y="-2542"/>
                </a:lnTo>
                <a:cubicBezTo>
                  <a:pt x="131745" y="2272"/>
                  <a:pt x="131745" y="10090"/>
                  <a:pt x="126932" y="14904"/>
                </a:cubicBezTo>
                <a:lnTo>
                  <a:pt x="82760" y="59076"/>
                </a:lnTo>
                <a:cubicBezTo>
                  <a:pt x="77946" y="63889"/>
                  <a:pt x="70128" y="63889"/>
                  <a:pt x="65314" y="59076"/>
                </a:cubicBezTo>
                <a:close/>
                <a:moveTo>
                  <a:pt x="106290" y="81527"/>
                </a:moveTo>
                <a:lnTo>
                  <a:pt x="94197" y="69435"/>
                </a:lnTo>
                <a:lnTo>
                  <a:pt x="137329" y="26303"/>
                </a:lnTo>
                <a:lnTo>
                  <a:pt x="183311" y="72285"/>
                </a:lnTo>
                <a:lnTo>
                  <a:pt x="140179" y="115417"/>
                </a:lnTo>
                <a:lnTo>
                  <a:pt x="128087" y="103324"/>
                </a:lnTo>
                <a:lnTo>
                  <a:pt x="38742" y="192669"/>
                </a:lnTo>
                <a:cubicBezTo>
                  <a:pt x="32734" y="198677"/>
                  <a:pt x="22991" y="198677"/>
                  <a:pt x="16945" y="192669"/>
                </a:cubicBezTo>
                <a:cubicBezTo>
                  <a:pt x="10899" y="186662"/>
                  <a:pt x="10937" y="176919"/>
                  <a:pt x="16945" y="170872"/>
                </a:cubicBezTo>
                <a:lnTo>
                  <a:pt x="106290" y="81527"/>
                </a:lnTo>
                <a:close/>
                <a:moveTo>
                  <a:pt x="150539" y="144261"/>
                </a:moveTo>
                <a:cubicBezTo>
                  <a:pt x="145725" y="139448"/>
                  <a:pt x="145725" y="131630"/>
                  <a:pt x="150539" y="126816"/>
                </a:cubicBezTo>
                <a:lnTo>
                  <a:pt x="194711" y="82644"/>
                </a:lnTo>
                <a:cubicBezTo>
                  <a:pt x="199524" y="77830"/>
                  <a:pt x="207342" y="77830"/>
                  <a:pt x="212156" y="82644"/>
                </a:cubicBezTo>
                <a:lnTo>
                  <a:pt x="219357" y="89846"/>
                </a:lnTo>
                <a:cubicBezTo>
                  <a:pt x="224171" y="94660"/>
                  <a:pt x="224171" y="102477"/>
                  <a:pt x="219357" y="107291"/>
                </a:cubicBezTo>
                <a:lnTo>
                  <a:pt x="175186" y="151501"/>
                </a:lnTo>
                <a:cubicBezTo>
                  <a:pt x="170372" y="156315"/>
                  <a:pt x="162554" y="156315"/>
                  <a:pt x="157740" y="151501"/>
                </a:cubicBezTo>
                <a:lnTo>
                  <a:pt x="150539" y="1443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5094" y="1117326"/>
            <a:ext cx="11386868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Labor Law Compliance Rules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364" y="1481553"/>
            <a:ext cx="11532011" cy="3653218"/>
          </a:xfrm>
          <a:custGeom>
            <a:avLst/>
            <a:gdLst/>
            <a:ahLst/>
            <a:cxnLst/>
            <a:rect l="l" t="t" r="r" b="b"/>
            <a:pathLst>
              <a:path w="11532011" h="3653218">
                <a:moveTo>
                  <a:pt x="98600" y="0"/>
                </a:moveTo>
                <a:lnTo>
                  <a:pt x="11433410" y="0"/>
                </a:lnTo>
                <a:cubicBezTo>
                  <a:pt x="11487866" y="0"/>
                  <a:pt x="11532011" y="44145"/>
                  <a:pt x="11532011" y="98600"/>
                </a:cubicBezTo>
                <a:lnTo>
                  <a:pt x="11532011" y="3554618"/>
                </a:lnTo>
                <a:cubicBezTo>
                  <a:pt x="11532011" y="3609073"/>
                  <a:pt x="11487866" y="3653218"/>
                  <a:pt x="11433410" y="3653218"/>
                </a:cubicBezTo>
                <a:lnTo>
                  <a:pt x="98600" y="3653218"/>
                </a:lnTo>
                <a:cubicBezTo>
                  <a:pt x="44145" y="3653218"/>
                  <a:pt x="0" y="3609073"/>
                  <a:pt x="0" y="3554618"/>
                </a:cubicBezTo>
                <a:lnTo>
                  <a:pt x="0" y="98600"/>
                </a:lnTo>
                <a:cubicBezTo>
                  <a:pt x="0" y="44145"/>
                  <a:pt x="44145" y="0"/>
                  <a:pt x="98600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4102" y="1484294"/>
          <a:ext cx="11526533" cy="3647744"/>
        </p:xfrm>
        <a:graphic>
          <a:graphicData uri="http://schemas.openxmlformats.org/drawingml/2006/table">
            <a:tbl>
              <a:tblPr/>
              <a:tblGrid>
                <a:gridCol w="507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4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968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Threshold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System Action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Consecutive Working Days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days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Warning + Justification Required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D94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Consecutive Working Days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days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Check-in BLOCKED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Weekly Total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Warning Issued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Weekly Overtime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hours OT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Check-in BLOCKED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D94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Weekly Total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Check-in BLOCKED (Hard Cap)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Annual Avg Weekly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56 hours/week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Flagged for Review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968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Over-Duty (Single Day)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&gt;9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Check-out Justification Required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588" marR="98588" marT="98588" marB="985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3415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31364" y="5271703"/>
            <a:ext cx="5698911" cy="1254253"/>
          </a:xfrm>
          <a:custGeom>
            <a:avLst/>
            <a:gdLst/>
            <a:ahLst/>
            <a:cxnLst/>
            <a:rect l="l" t="t" r="r" b="b"/>
            <a:pathLst>
              <a:path w="5698911" h="1254253">
                <a:moveTo>
                  <a:pt x="98584" y="0"/>
                </a:moveTo>
                <a:lnTo>
                  <a:pt x="5600327" y="0"/>
                </a:lnTo>
                <a:cubicBezTo>
                  <a:pt x="5654773" y="0"/>
                  <a:pt x="5698911" y="44138"/>
                  <a:pt x="5698911" y="98584"/>
                </a:cubicBezTo>
                <a:lnTo>
                  <a:pt x="5698911" y="1155669"/>
                </a:lnTo>
                <a:cubicBezTo>
                  <a:pt x="5698911" y="1210116"/>
                  <a:pt x="5654773" y="1254253"/>
                  <a:pt x="5600327" y="1254253"/>
                </a:cubicBezTo>
                <a:lnTo>
                  <a:pt x="98584" y="1254253"/>
                </a:lnTo>
                <a:cubicBezTo>
                  <a:pt x="44138" y="1254253"/>
                  <a:pt x="0" y="1210116"/>
                  <a:pt x="0" y="1155669"/>
                </a:cubicBezTo>
                <a:lnTo>
                  <a:pt x="0" y="98584"/>
                </a:lnTo>
                <a:cubicBezTo>
                  <a:pt x="0" y="44138"/>
                  <a:pt x="44138" y="0"/>
                  <a:pt x="9858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2690" y="5405887"/>
            <a:ext cx="205391" cy="164313"/>
          </a:xfrm>
          <a:custGeom>
            <a:avLst/>
            <a:gdLst/>
            <a:ahLst/>
            <a:cxnLst/>
            <a:rect l="l" t="t" r="r" b="b"/>
            <a:pathLst>
              <a:path w="205391" h="164313">
                <a:moveTo>
                  <a:pt x="82317" y="2567"/>
                </a:moveTo>
                <a:cubicBezTo>
                  <a:pt x="103571" y="2567"/>
                  <a:pt x="120828" y="19823"/>
                  <a:pt x="120828" y="41078"/>
                </a:cubicBezTo>
                <a:cubicBezTo>
                  <a:pt x="120828" y="62333"/>
                  <a:pt x="103571" y="79589"/>
                  <a:pt x="82317" y="79589"/>
                </a:cubicBezTo>
                <a:cubicBezTo>
                  <a:pt x="61062" y="79589"/>
                  <a:pt x="43806" y="62333"/>
                  <a:pt x="43806" y="41078"/>
                </a:cubicBezTo>
                <a:cubicBezTo>
                  <a:pt x="43806" y="19823"/>
                  <a:pt x="61062" y="2567"/>
                  <a:pt x="82317" y="2567"/>
                </a:cubicBezTo>
                <a:close/>
                <a:moveTo>
                  <a:pt x="72753" y="97561"/>
                </a:moveTo>
                <a:lnTo>
                  <a:pt x="91816" y="97561"/>
                </a:lnTo>
                <a:lnTo>
                  <a:pt x="92298" y="97561"/>
                </a:lnTo>
                <a:cubicBezTo>
                  <a:pt x="88158" y="106161"/>
                  <a:pt x="89794" y="116238"/>
                  <a:pt x="95988" y="123074"/>
                </a:cubicBezTo>
                <a:cubicBezTo>
                  <a:pt x="89505" y="130231"/>
                  <a:pt x="88029" y="140982"/>
                  <a:pt x="92971" y="149839"/>
                </a:cubicBezTo>
                <a:lnTo>
                  <a:pt x="100192" y="162804"/>
                </a:lnTo>
                <a:cubicBezTo>
                  <a:pt x="100481" y="163318"/>
                  <a:pt x="100802" y="163831"/>
                  <a:pt x="101123" y="164313"/>
                </a:cubicBezTo>
                <a:lnTo>
                  <a:pt x="25064" y="164313"/>
                </a:lnTo>
                <a:cubicBezTo>
                  <a:pt x="19801" y="164313"/>
                  <a:pt x="15533" y="160044"/>
                  <a:pt x="15533" y="154781"/>
                </a:cubicBezTo>
                <a:cubicBezTo>
                  <a:pt x="15533" y="123170"/>
                  <a:pt x="41142" y="97561"/>
                  <a:pt x="72753" y="97561"/>
                </a:cubicBezTo>
                <a:close/>
                <a:moveTo>
                  <a:pt x="138831" y="79461"/>
                </a:moveTo>
                <a:cubicBezTo>
                  <a:pt x="138831" y="75192"/>
                  <a:pt x="142265" y="71758"/>
                  <a:pt x="146534" y="71758"/>
                </a:cubicBezTo>
                <a:lnTo>
                  <a:pt x="161938" y="71758"/>
                </a:lnTo>
                <a:cubicBezTo>
                  <a:pt x="166206" y="71758"/>
                  <a:pt x="169640" y="75192"/>
                  <a:pt x="169640" y="79461"/>
                </a:cubicBezTo>
                <a:lnTo>
                  <a:pt x="169640" y="81418"/>
                </a:lnTo>
                <a:cubicBezTo>
                  <a:pt x="169640" y="87484"/>
                  <a:pt x="177374" y="91944"/>
                  <a:pt x="182637" y="88928"/>
                </a:cubicBezTo>
                <a:lnTo>
                  <a:pt x="184242" y="87997"/>
                </a:lnTo>
                <a:cubicBezTo>
                  <a:pt x="187965" y="85847"/>
                  <a:pt x="192746" y="87163"/>
                  <a:pt x="194832" y="90918"/>
                </a:cubicBezTo>
                <a:lnTo>
                  <a:pt x="202021" y="103819"/>
                </a:lnTo>
                <a:cubicBezTo>
                  <a:pt x="204011" y="107413"/>
                  <a:pt x="202856" y="111906"/>
                  <a:pt x="199390" y="114088"/>
                </a:cubicBezTo>
                <a:lnTo>
                  <a:pt x="197881" y="115019"/>
                </a:lnTo>
                <a:cubicBezTo>
                  <a:pt x="192682" y="118260"/>
                  <a:pt x="192682" y="127824"/>
                  <a:pt x="197881" y="131097"/>
                </a:cubicBezTo>
                <a:lnTo>
                  <a:pt x="199357" y="132028"/>
                </a:lnTo>
                <a:cubicBezTo>
                  <a:pt x="202823" y="134210"/>
                  <a:pt x="204011" y="138703"/>
                  <a:pt x="202021" y="142297"/>
                </a:cubicBezTo>
                <a:lnTo>
                  <a:pt x="194800" y="155263"/>
                </a:lnTo>
                <a:cubicBezTo>
                  <a:pt x="192714" y="159017"/>
                  <a:pt x="187933" y="160365"/>
                  <a:pt x="184210" y="158183"/>
                </a:cubicBezTo>
                <a:lnTo>
                  <a:pt x="182637" y="157252"/>
                </a:lnTo>
                <a:cubicBezTo>
                  <a:pt x="177374" y="154204"/>
                  <a:pt x="169640" y="158697"/>
                  <a:pt x="169640" y="164762"/>
                </a:cubicBezTo>
                <a:lnTo>
                  <a:pt x="169640" y="166720"/>
                </a:lnTo>
                <a:cubicBezTo>
                  <a:pt x="169640" y="170988"/>
                  <a:pt x="166206" y="174422"/>
                  <a:pt x="161938" y="174422"/>
                </a:cubicBezTo>
                <a:lnTo>
                  <a:pt x="146534" y="174422"/>
                </a:lnTo>
                <a:cubicBezTo>
                  <a:pt x="142265" y="174422"/>
                  <a:pt x="138831" y="170988"/>
                  <a:pt x="138831" y="166720"/>
                </a:cubicBezTo>
                <a:lnTo>
                  <a:pt x="138831" y="164826"/>
                </a:lnTo>
                <a:cubicBezTo>
                  <a:pt x="138831" y="158729"/>
                  <a:pt x="131065" y="154236"/>
                  <a:pt x="125770" y="157284"/>
                </a:cubicBezTo>
                <a:lnTo>
                  <a:pt x="124229" y="158183"/>
                </a:lnTo>
                <a:cubicBezTo>
                  <a:pt x="120507" y="160333"/>
                  <a:pt x="115757" y="159017"/>
                  <a:pt x="113639" y="155263"/>
                </a:cubicBezTo>
                <a:lnTo>
                  <a:pt x="106386" y="142297"/>
                </a:lnTo>
                <a:cubicBezTo>
                  <a:pt x="104396" y="138703"/>
                  <a:pt x="105552" y="134178"/>
                  <a:pt x="109050" y="131996"/>
                </a:cubicBezTo>
                <a:lnTo>
                  <a:pt x="110462" y="131129"/>
                </a:lnTo>
                <a:cubicBezTo>
                  <a:pt x="115693" y="127888"/>
                  <a:pt x="115693" y="118260"/>
                  <a:pt x="110462" y="115019"/>
                </a:cubicBezTo>
                <a:lnTo>
                  <a:pt x="109018" y="114120"/>
                </a:lnTo>
                <a:cubicBezTo>
                  <a:pt x="105520" y="111938"/>
                  <a:pt x="104364" y="107413"/>
                  <a:pt x="106354" y="103819"/>
                </a:cubicBezTo>
                <a:lnTo>
                  <a:pt x="113575" y="90885"/>
                </a:lnTo>
                <a:cubicBezTo>
                  <a:pt x="115661" y="87131"/>
                  <a:pt x="120442" y="85815"/>
                  <a:pt x="124133" y="87965"/>
                </a:cubicBezTo>
                <a:lnTo>
                  <a:pt x="125674" y="88864"/>
                </a:lnTo>
                <a:cubicBezTo>
                  <a:pt x="130969" y="91912"/>
                  <a:pt x="138735" y="87419"/>
                  <a:pt x="138735" y="81322"/>
                </a:cubicBezTo>
                <a:lnTo>
                  <a:pt x="138735" y="79428"/>
                </a:lnTo>
                <a:close/>
                <a:moveTo>
                  <a:pt x="170892" y="123170"/>
                </a:moveTo>
                <a:cubicBezTo>
                  <a:pt x="170892" y="113960"/>
                  <a:pt x="163414" y="106482"/>
                  <a:pt x="154204" y="106482"/>
                </a:cubicBezTo>
                <a:cubicBezTo>
                  <a:pt x="144993" y="106482"/>
                  <a:pt x="137516" y="113960"/>
                  <a:pt x="137516" y="123170"/>
                </a:cubicBezTo>
                <a:cubicBezTo>
                  <a:pt x="137516" y="132381"/>
                  <a:pt x="144993" y="139858"/>
                  <a:pt x="154204" y="139858"/>
                </a:cubicBezTo>
                <a:cubicBezTo>
                  <a:pt x="163414" y="139858"/>
                  <a:pt x="170892" y="132381"/>
                  <a:pt x="170892" y="12317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638081" y="5373024"/>
            <a:ext cx="5373024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 Options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9121" y="5734512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728" y="5701650"/>
            <a:ext cx="315480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Per-employee relaxation override</a:t>
            </a: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special cases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9121" y="5997412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2728" y="5964550"/>
            <a:ext cx="353272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Per-sub-center compliance rules</a:t>
            </a: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Sub-Center Settings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9121" y="6260313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2728" y="6227450"/>
            <a:ext cx="332733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compliance status</a:t>
            </a: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monitoring per employee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66261" y="5271703"/>
            <a:ext cx="5698911" cy="1254253"/>
          </a:xfrm>
          <a:custGeom>
            <a:avLst/>
            <a:gdLst/>
            <a:ahLst/>
            <a:cxnLst/>
            <a:rect l="l" t="t" r="r" b="b"/>
            <a:pathLst>
              <a:path w="5698911" h="1254253">
                <a:moveTo>
                  <a:pt x="98584" y="0"/>
                </a:moveTo>
                <a:lnTo>
                  <a:pt x="5600327" y="0"/>
                </a:lnTo>
                <a:cubicBezTo>
                  <a:pt x="5654773" y="0"/>
                  <a:pt x="5698911" y="44138"/>
                  <a:pt x="5698911" y="98584"/>
                </a:cubicBezTo>
                <a:lnTo>
                  <a:pt x="5698911" y="1155669"/>
                </a:lnTo>
                <a:cubicBezTo>
                  <a:pt x="5698911" y="1210116"/>
                  <a:pt x="5654773" y="1254253"/>
                  <a:pt x="5600327" y="1254253"/>
                </a:cubicBezTo>
                <a:lnTo>
                  <a:pt x="98584" y="1254253"/>
                </a:lnTo>
                <a:cubicBezTo>
                  <a:pt x="44138" y="1254253"/>
                  <a:pt x="0" y="1210116"/>
                  <a:pt x="0" y="1155669"/>
                </a:cubicBezTo>
                <a:lnTo>
                  <a:pt x="0" y="98584"/>
                </a:lnTo>
                <a:cubicBezTo>
                  <a:pt x="0" y="44138"/>
                  <a:pt x="44138" y="0"/>
                  <a:pt x="985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98396" y="5405887"/>
            <a:ext cx="143774" cy="164313"/>
          </a:xfrm>
          <a:custGeom>
            <a:avLst/>
            <a:gdLst/>
            <a:ahLst/>
            <a:cxnLst/>
            <a:rect l="l" t="t" r="r" b="b"/>
            <a:pathLst>
              <a:path w="143774" h="164313">
                <a:moveTo>
                  <a:pt x="71887" y="0"/>
                </a:moveTo>
                <a:cubicBezTo>
                  <a:pt x="66206" y="0"/>
                  <a:pt x="61617" y="4589"/>
                  <a:pt x="61617" y="10270"/>
                </a:cubicBezTo>
                <a:lnTo>
                  <a:pt x="61617" y="11296"/>
                </a:lnTo>
                <a:cubicBezTo>
                  <a:pt x="38190" y="16046"/>
                  <a:pt x="20539" y="36778"/>
                  <a:pt x="20539" y="61617"/>
                </a:cubicBezTo>
                <a:lnTo>
                  <a:pt x="20539" y="68581"/>
                </a:lnTo>
                <a:cubicBezTo>
                  <a:pt x="20539" y="84018"/>
                  <a:pt x="15276" y="99005"/>
                  <a:pt x="5648" y="111072"/>
                </a:cubicBezTo>
                <a:lnTo>
                  <a:pt x="2503" y="114987"/>
                </a:lnTo>
                <a:cubicBezTo>
                  <a:pt x="866" y="117009"/>
                  <a:pt x="0" y="119512"/>
                  <a:pt x="0" y="122111"/>
                </a:cubicBezTo>
                <a:cubicBezTo>
                  <a:pt x="0" y="128401"/>
                  <a:pt x="5103" y="133504"/>
                  <a:pt x="11393" y="133504"/>
                </a:cubicBezTo>
                <a:lnTo>
                  <a:pt x="132349" y="133504"/>
                </a:lnTo>
                <a:cubicBezTo>
                  <a:pt x="138639" y="133504"/>
                  <a:pt x="143741" y="128401"/>
                  <a:pt x="143741" y="122111"/>
                </a:cubicBezTo>
                <a:cubicBezTo>
                  <a:pt x="143741" y="119512"/>
                  <a:pt x="142875" y="117009"/>
                  <a:pt x="141238" y="114987"/>
                </a:cubicBezTo>
                <a:lnTo>
                  <a:pt x="138093" y="111072"/>
                </a:lnTo>
                <a:cubicBezTo>
                  <a:pt x="128498" y="99005"/>
                  <a:pt x="123235" y="84018"/>
                  <a:pt x="123235" y="68581"/>
                </a:cubicBezTo>
                <a:lnTo>
                  <a:pt x="123235" y="61617"/>
                </a:lnTo>
                <a:cubicBezTo>
                  <a:pt x="123235" y="36778"/>
                  <a:pt x="105584" y="16046"/>
                  <a:pt x="82156" y="11296"/>
                </a:cubicBezTo>
                <a:lnTo>
                  <a:pt x="82156" y="10270"/>
                </a:lnTo>
                <a:cubicBezTo>
                  <a:pt x="82156" y="4589"/>
                  <a:pt x="77567" y="0"/>
                  <a:pt x="71887" y="0"/>
                </a:cubicBezTo>
                <a:close/>
                <a:moveTo>
                  <a:pt x="51990" y="148908"/>
                </a:moveTo>
                <a:cubicBezTo>
                  <a:pt x="54268" y="157766"/>
                  <a:pt x="62323" y="164313"/>
                  <a:pt x="71887" y="164313"/>
                </a:cubicBezTo>
                <a:cubicBezTo>
                  <a:pt x="81450" y="164313"/>
                  <a:pt x="89505" y="157766"/>
                  <a:pt x="91784" y="148908"/>
                </a:cubicBezTo>
                <a:lnTo>
                  <a:pt x="51990" y="148908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72978" y="5373024"/>
            <a:ext cx="5373024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Monitoring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84018" y="5734512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97625" y="5701650"/>
            <a:ext cx="274402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rule checking on every check-in/out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84018" y="5997412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97625" y="5964550"/>
            <a:ext cx="1684205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warnings and blocks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84018" y="6260313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97625" y="6227450"/>
            <a:ext cx="263721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audit trail of all compliance events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701" y="485811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112113" y="0"/>
                </a:moveTo>
                <a:lnTo>
                  <a:pt x="411069" y="0"/>
                </a:lnTo>
                <a:cubicBezTo>
                  <a:pt x="472987" y="0"/>
                  <a:pt x="523182" y="50195"/>
                  <a:pt x="523182" y="112113"/>
                </a:cubicBezTo>
                <a:lnTo>
                  <a:pt x="523182" y="411069"/>
                </a:lnTo>
                <a:cubicBezTo>
                  <a:pt x="523182" y="472987"/>
                  <a:pt x="472987" y="523182"/>
                  <a:pt x="411069" y="523182"/>
                </a:cubicBezTo>
                <a:lnTo>
                  <a:pt x="112113" y="523182"/>
                </a:lnTo>
                <a:cubicBezTo>
                  <a:pt x="50195" y="523182"/>
                  <a:pt x="0" y="472987"/>
                  <a:pt x="0" y="411069"/>
                </a:cubicBezTo>
                <a:lnTo>
                  <a:pt x="0" y="112113"/>
                </a:lnTo>
                <a:cubicBezTo>
                  <a:pt x="0" y="50195"/>
                  <a:pt x="50195" y="0"/>
                  <a:pt x="11211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5154" y="635292"/>
            <a:ext cx="280276" cy="224221"/>
          </a:xfrm>
          <a:custGeom>
            <a:avLst/>
            <a:gdLst/>
            <a:ahLst/>
            <a:cxnLst/>
            <a:rect l="l" t="t" r="r" b="b"/>
            <a:pathLst>
              <a:path w="280276" h="224221">
                <a:moveTo>
                  <a:pt x="182136" y="92184"/>
                </a:moveTo>
                <a:cubicBezTo>
                  <a:pt x="187478" y="90739"/>
                  <a:pt x="193084" y="93279"/>
                  <a:pt x="195492" y="98228"/>
                </a:cubicBezTo>
                <a:lnTo>
                  <a:pt x="203638" y="114694"/>
                </a:lnTo>
                <a:cubicBezTo>
                  <a:pt x="208149" y="115307"/>
                  <a:pt x="212572" y="116533"/>
                  <a:pt x="216732" y="118241"/>
                </a:cubicBezTo>
                <a:lnTo>
                  <a:pt x="232060" y="108038"/>
                </a:lnTo>
                <a:cubicBezTo>
                  <a:pt x="236658" y="104972"/>
                  <a:pt x="242745" y="105585"/>
                  <a:pt x="246643" y="109483"/>
                </a:cubicBezTo>
                <a:lnTo>
                  <a:pt x="255051" y="117891"/>
                </a:lnTo>
                <a:cubicBezTo>
                  <a:pt x="258949" y="121789"/>
                  <a:pt x="259562" y="127920"/>
                  <a:pt x="256496" y="132474"/>
                </a:cubicBezTo>
                <a:lnTo>
                  <a:pt x="246292" y="147758"/>
                </a:lnTo>
                <a:cubicBezTo>
                  <a:pt x="247124" y="149816"/>
                  <a:pt x="247869" y="151962"/>
                  <a:pt x="248482" y="154196"/>
                </a:cubicBezTo>
                <a:cubicBezTo>
                  <a:pt x="249095" y="156429"/>
                  <a:pt x="249489" y="158619"/>
                  <a:pt x="249796" y="160852"/>
                </a:cubicBezTo>
                <a:lnTo>
                  <a:pt x="266306" y="168998"/>
                </a:lnTo>
                <a:cubicBezTo>
                  <a:pt x="271254" y="171450"/>
                  <a:pt x="273794" y="177056"/>
                  <a:pt x="272349" y="182354"/>
                </a:cubicBezTo>
                <a:lnTo>
                  <a:pt x="269284" y="193828"/>
                </a:lnTo>
                <a:cubicBezTo>
                  <a:pt x="267839" y="199127"/>
                  <a:pt x="262890" y="202718"/>
                  <a:pt x="257372" y="202368"/>
                </a:cubicBezTo>
                <a:lnTo>
                  <a:pt x="238979" y="201186"/>
                </a:lnTo>
                <a:cubicBezTo>
                  <a:pt x="236220" y="204733"/>
                  <a:pt x="233023" y="208017"/>
                  <a:pt x="229388" y="210820"/>
                </a:cubicBezTo>
                <a:lnTo>
                  <a:pt x="230571" y="229169"/>
                </a:lnTo>
                <a:cubicBezTo>
                  <a:pt x="230921" y="234687"/>
                  <a:pt x="227330" y="239680"/>
                  <a:pt x="222031" y="241081"/>
                </a:cubicBezTo>
                <a:lnTo>
                  <a:pt x="210557" y="244147"/>
                </a:lnTo>
                <a:cubicBezTo>
                  <a:pt x="205214" y="245592"/>
                  <a:pt x="199653" y="243052"/>
                  <a:pt x="197200" y="238103"/>
                </a:cubicBezTo>
                <a:lnTo>
                  <a:pt x="189055" y="221637"/>
                </a:lnTo>
                <a:cubicBezTo>
                  <a:pt x="184544" y="221024"/>
                  <a:pt x="180121" y="219798"/>
                  <a:pt x="175961" y="218090"/>
                </a:cubicBezTo>
                <a:lnTo>
                  <a:pt x="160633" y="228293"/>
                </a:lnTo>
                <a:cubicBezTo>
                  <a:pt x="156035" y="231359"/>
                  <a:pt x="149948" y="230746"/>
                  <a:pt x="146050" y="226848"/>
                </a:cubicBezTo>
                <a:lnTo>
                  <a:pt x="137642" y="218440"/>
                </a:lnTo>
                <a:cubicBezTo>
                  <a:pt x="133744" y="214542"/>
                  <a:pt x="133131" y="208455"/>
                  <a:pt x="136197" y="203857"/>
                </a:cubicBezTo>
                <a:lnTo>
                  <a:pt x="146400" y="188529"/>
                </a:lnTo>
                <a:cubicBezTo>
                  <a:pt x="145568" y="186471"/>
                  <a:pt x="144824" y="184325"/>
                  <a:pt x="144211" y="182092"/>
                </a:cubicBezTo>
                <a:cubicBezTo>
                  <a:pt x="143598" y="179858"/>
                  <a:pt x="143203" y="177625"/>
                  <a:pt x="142897" y="175435"/>
                </a:cubicBezTo>
                <a:lnTo>
                  <a:pt x="126387" y="167290"/>
                </a:lnTo>
                <a:cubicBezTo>
                  <a:pt x="121438" y="164837"/>
                  <a:pt x="118942" y="159232"/>
                  <a:pt x="120343" y="153933"/>
                </a:cubicBezTo>
                <a:lnTo>
                  <a:pt x="123409" y="142459"/>
                </a:lnTo>
                <a:cubicBezTo>
                  <a:pt x="124854" y="137160"/>
                  <a:pt x="129803" y="133569"/>
                  <a:pt x="135321" y="133919"/>
                </a:cubicBezTo>
                <a:lnTo>
                  <a:pt x="153670" y="135102"/>
                </a:lnTo>
                <a:cubicBezTo>
                  <a:pt x="156429" y="131554"/>
                  <a:pt x="159626" y="128270"/>
                  <a:pt x="163261" y="125467"/>
                </a:cubicBezTo>
                <a:lnTo>
                  <a:pt x="162078" y="107162"/>
                </a:lnTo>
                <a:cubicBezTo>
                  <a:pt x="161728" y="101644"/>
                  <a:pt x="165319" y="96651"/>
                  <a:pt x="170618" y="95250"/>
                </a:cubicBezTo>
                <a:lnTo>
                  <a:pt x="182092" y="92184"/>
                </a:lnTo>
                <a:close/>
                <a:moveTo>
                  <a:pt x="196368" y="148897"/>
                </a:moveTo>
                <a:cubicBezTo>
                  <a:pt x="185733" y="148909"/>
                  <a:pt x="177109" y="157553"/>
                  <a:pt x="177121" y="168187"/>
                </a:cubicBezTo>
                <a:cubicBezTo>
                  <a:pt x="177133" y="178822"/>
                  <a:pt x="185777" y="187447"/>
                  <a:pt x="196412" y="187434"/>
                </a:cubicBezTo>
                <a:cubicBezTo>
                  <a:pt x="207047" y="187422"/>
                  <a:pt x="215671" y="178778"/>
                  <a:pt x="215659" y="168144"/>
                </a:cubicBezTo>
                <a:cubicBezTo>
                  <a:pt x="215647" y="157509"/>
                  <a:pt x="207003" y="148884"/>
                  <a:pt x="196368" y="148897"/>
                </a:cubicBezTo>
                <a:close/>
                <a:moveTo>
                  <a:pt x="98491" y="-19926"/>
                </a:moveTo>
                <a:lnTo>
                  <a:pt x="109964" y="-16860"/>
                </a:lnTo>
                <a:cubicBezTo>
                  <a:pt x="115263" y="-15415"/>
                  <a:pt x="118854" y="-10423"/>
                  <a:pt x="118504" y="-4949"/>
                </a:cubicBezTo>
                <a:lnTo>
                  <a:pt x="117322" y="13357"/>
                </a:lnTo>
                <a:cubicBezTo>
                  <a:pt x="120957" y="16160"/>
                  <a:pt x="124153" y="19400"/>
                  <a:pt x="126912" y="22991"/>
                </a:cubicBezTo>
                <a:lnTo>
                  <a:pt x="145306" y="21809"/>
                </a:lnTo>
                <a:cubicBezTo>
                  <a:pt x="150780" y="21459"/>
                  <a:pt x="155772" y="25050"/>
                  <a:pt x="157217" y="30349"/>
                </a:cubicBezTo>
                <a:lnTo>
                  <a:pt x="160283" y="41822"/>
                </a:lnTo>
                <a:cubicBezTo>
                  <a:pt x="161684" y="47121"/>
                  <a:pt x="159188" y="52727"/>
                  <a:pt x="154239" y="55179"/>
                </a:cubicBezTo>
                <a:lnTo>
                  <a:pt x="137729" y="63325"/>
                </a:lnTo>
                <a:cubicBezTo>
                  <a:pt x="137423" y="65558"/>
                  <a:pt x="136985" y="67792"/>
                  <a:pt x="136416" y="69981"/>
                </a:cubicBezTo>
                <a:cubicBezTo>
                  <a:pt x="135846" y="72171"/>
                  <a:pt x="135058" y="74361"/>
                  <a:pt x="134226" y="76419"/>
                </a:cubicBezTo>
                <a:lnTo>
                  <a:pt x="144430" y="91747"/>
                </a:lnTo>
                <a:cubicBezTo>
                  <a:pt x="147495" y="96345"/>
                  <a:pt x="146882" y="102432"/>
                  <a:pt x="142984" y="106330"/>
                </a:cubicBezTo>
                <a:lnTo>
                  <a:pt x="134576" y="114738"/>
                </a:lnTo>
                <a:cubicBezTo>
                  <a:pt x="130679" y="118636"/>
                  <a:pt x="124591" y="119249"/>
                  <a:pt x="119993" y="116183"/>
                </a:cubicBezTo>
                <a:lnTo>
                  <a:pt x="104666" y="105979"/>
                </a:lnTo>
                <a:cubicBezTo>
                  <a:pt x="100505" y="107687"/>
                  <a:pt x="96082" y="108913"/>
                  <a:pt x="91571" y="109527"/>
                </a:cubicBezTo>
                <a:lnTo>
                  <a:pt x="83426" y="125993"/>
                </a:lnTo>
                <a:cubicBezTo>
                  <a:pt x="80973" y="130941"/>
                  <a:pt x="75368" y="133438"/>
                  <a:pt x="70069" y="132036"/>
                </a:cubicBezTo>
                <a:lnTo>
                  <a:pt x="58595" y="128971"/>
                </a:lnTo>
                <a:cubicBezTo>
                  <a:pt x="53252" y="127526"/>
                  <a:pt x="49705" y="122533"/>
                  <a:pt x="50056" y="117059"/>
                </a:cubicBezTo>
                <a:lnTo>
                  <a:pt x="51238" y="98710"/>
                </a:lnTo>
                <a:cubicBezTo>
                  <a:pt x="47603" y="95907"/>
                  <a:pt x="44406" y="92666"/>
                  <a:pt x="41647" y="89075"/>
                </a:cubicBezTo>
                <a:lnTo>
                  <a:pt x="23254" y="90258"/>
                </a:lnTo>
                <a:cubicBezTo>
                  <a:pt x="17780" y="90608"/>
                  <a:pt x="12788" y="87017"/>
                  <a:pt x="11342" y="81718"/>
                </a:cubicBezTo>
                <a:lnTo>
                  <a:pt x="8277" y="70244"/>
                </a:lnTo>
                <a:cubicBezTo>
                  <a:pt x="6876" y="64945"/>
                  <a:pt x="9372" y="59340"/>
                  <a:pt x="14320" y="56887"/>
                </a:cubicBezTo>
                <a:lnTo>
                  <a:pt x="30830" y="48742"/>
                </a:lnTo>
                <a:cubicBezTo>
                  <a:pt x="31137" y="46508"/>
                  <a:pt x="31575" y="44319"/>
                  <a:pt x="32144" y="42085"/>
                </a:cubicBezTo>
                <a:cubicBezTo>
                  <a:pt x="32757" y="39852"/>
                  <a:pt x="33458" y="37706"/>
                  <a:pt x="34334" y="35648"/>
                </a:cubicBezTo>
                <a:lnTo>
                  <a:pt x="24130" y="20364"/>
                </a:lnTo>
                <a:cubicBezTo>
                  <a:pt x="21064" y="15766"/>
                  <a:pt x="21678" y="9678"/>
                  <a:pt x="25575" y="5781"/>
                </a:cubicBezTo>
                <a:lnTo>
                  <a:pt x="33983" y="-2628"/>
                </a:lnTo>
                <a:cubicBezTo>
                  <a:pt x="37881" y="-6525"/>
                  <a:pt x="43968" y="-7138"/>
                  <a:pt x="48567" y="-4073"/>
                </a:cubicBezTo>
                <a:lnTo>
                  <a:pt x="63894" y="6131"/>
                </a:lnTo>
                <a:cubicBezTo>
                  <a:pt x="68054" y="4423"/>
                  <a:pt x="72478" y="3197"/>
                  <a:pt x="76988" y="2584"/>
                </a:cubicBezTo>
                <a:lnTo>
                  <a:pt x="85134" y="-13882"/>
                </a:lnTo>
                <a:cubicBezTo>
                  <a:pt x="87586" y="-18831"/>
                  <a:pt x="93148" y="-21327"/>
                  <a:pt x="98491" y="-19926"/>
                </a:cubicBezTo>
                <a:close/>
                <a:moveTo>
                  <a:pt x="84258" y="36786"/>
                </a:moveTo>
                <a:cubicBezTo>
                  <a:pt x="73623" y="36786"/>
                  <a:pt x="64989" y="45420"/>
                  <a:pt x="64989" y="56055"/>
                </a:cubicBezTo>
                <a:cubicBezTo>
                  <a:pt x="64989" y="66690"/>
                  <a:pt x="73623" y="75324"/>
                  <a:pt x="84258" y="75324"/>
                </a:cubicBezTo>
                <a:cubicBezTo>
                  <a:pt x="94893" y="75324"/>
                  <a:pt x="103527" y="66690"/>
                  <a:pt x="103527" y="56055"/>
                </a:cubicBezTo>
                <a:cubicBezTo>
                  <a:pt x="103527" y="45420"/>
                  <a:pt x="94893" y="36786"/>
                  <a:pt x="84258" y="367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6363" y="373701"/>
            <a:ext cx="6455687" cy="44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Admin Panel &amp; 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363" y="859513"/>
            <a:ext cx="631554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system administration 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815" y="1273698"/>
            <a:ext cx="3705870" cy="1613143"/>
          </a:xfrm>
          <a:custGeom>
            <a:avLst/>
            <a:gdLst/>
            <a:ahLst/>
            <a:cxnLst/>
            <a:rect l="l" t="t" r="r" b="b"/>
            <a:pathLst>
              <a:path w="3705870" h="1613143">
                <a:moveTo>
                  <a:pt x="112113" y="0"/>
                </a:moveTo>
                <a:lnTo>
                  <a:pt x="3593756" y="0"/>
                </a:lnTo>
                <a:cubicBezTo>
                  <a:pt x="3655675" y="0"/>
                  <a:pt x="3705870" y="50195"/>
                  <a:pt x="3705870" y="112113"/>
                </a:cubicBezTo>
                <a:lnTo>
                  <a:pt x="3705870" y="1501030"/>
                </a:lnTo>
                <a:cubicBezTo>
                  <a:pt x="3705870" y="1562948"/>
                  <a:pt x="3655675" y="1613143"/>
                  <a:pt x="3593756" y="1613143"/>
                </a:cubicBezTo>
                <a:lnTo>
                  <a:pt x="112113" y="1613143"/>
                </a:lnTo>
                <a:cubicBezTo>
                  <a:pt x="50195" y="1613143"/>
                  <a:pt x="0" y="1562948"/>
                  <a:pt x="0" y="1501030"/>
                </a:cubicBezTo>
                <a:lnTo>
                  <a:pt x="0" y="112113"/>
                </a:lnTo>
                <a:cubicBezTo>
                  <a:pt x="0" y="50236"/>
                  <a:pt x="50236" y="0"/>
                  <a:pt x="11211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2040" y="138892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4150" y="1501036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12110" y="0"/>
                </a:moveTo>
                <a:cubicBezTo>
                  <a:pt x="173986" y="0"/>
                  <a:pt x="224221" y="50235"/>
                  <a:pt x="224221" y="112110"/>
                </a:cubicBezTo>
                <a:cubicBezTo>
                  <a:pt x="224221" y="173986"/>
                  <a:pt x="173986" y="224221"/>
                  <a:pt x="112110" y="224221"/>
                </a:cubicBezTo>
                <a:cubicBezTo>
                  <a:pt x="50235" y="224221"/>
                  <a:pt x="0" y="173986"/>
                  <a:pt x="0" y="112110"/>
                </a:cubicBezTo>
                <a:cubicBezTo>
                  <a:pt x="0" y="50235"/>
                  <a:pt x="50235" y="0"/>
                  <a:pt x="112110" y="0"/>
                </a:cubicBezTo>
                <a:close/>
                <a:moveTo>
                  <a:pt x="101600" y="52552"/>
                </a:moveTo>
                <a:lnTo>
                  <a:pt x="101600" y="112110"/>
                </a:lnTo>
                <a:cubicBezTo>
                  <a:pt x="101600" y="115614"/>
                  <a:pt x="103352" y="118898"/>
                  <a:pt x="106286" y="120869"/>
                </a:cubicBezTo>
                <a:lnTo>
                  <a:pt x="148327" y="148897"/>
                </a:lnTo>
                <a:cubicBezTo>
                  <a:pt x="153144" y="152137"/>
                  <a:pt x="159670" y="150823"/>
                  <a:pt x="162910" y="145962"/>
                </a:cubicBezTo>
                <a:cubicBezTo>
                  <a:pt x="166151" y="141101"/>
                  <a:pt x="164837" y="134620"/>
                  <a:pt x="159976" y="131379"/>
                </a:cubicBezTo>
                <a:lnTo>
                  <a:pt x="122621" y="106505"/>
                </a:lnTo>
                <a:lnTo>
                  <a:pt x="122621" y="52552"/>
                </a:lnTo>
                <a:cubicBezTo>
                  <a:pt x="122621" y="46727"/>
                  <a:pt x="117935" y="42041"/>
                  <a:pt x="112110" y="42041"/>
                </a:cubicBezTo>
                <a:cubicBezTo>
                  <a:pt x="106286" y="42041"/>
                  <a:pt x="101600" y="46727"/>
                  <a:pt x="101600" y="5255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2040" y="1949477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Configuration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2040" y="2285808"/>
            <a:ext cx="35501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Create, update, and delete shift definitions with start time, end time, and grace period settings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1119" y="1273698"/>
            <a:ext cx="3705870" cy="1613143"/>
          </a:xfrm>
          <a:custGeom>
            <a:avLst/>
            <a:gdLst/>
            <a:ahLst/>
            <a:cxnLst/>
            <a:rect l="l" t="t" r="r" b="b"/>
            <a:pathLst>
              <a:path w="3705870" h="1613143">
                <a:moveTo>
                  <a:pt x="112113" y="0"/>
                </a:moveTo>
                <a:lnTo>
                  <a:pt x="3593756" y="0"/>
                </a:lnTo>
                <a:cubicBezTo>
                  <a:pt x="3655675" y="0"/>
                  <a:pt x="3705870" y="50195"/>
                  <a:pt x="3705870" y="112113"/>
                </a:cubicBezTo>
                <a:lnTo>
                  <a:pt x="3705870" y="1501030"/>
                </a:lnTo>
                <a:cubicBezTo>
                  <a:pt x="3705870" y="1562948"/>
                  <a:pt x="3655675" y="1613143"/>
                  <a:pt x="3593756" y="1613143"/>
                </a:cubicBezTo>
                <a:lnTo>
                  <a:pt x="112113" y="1613143"/>
                </a:lnTo>
                <a:cubicBezTo>
                  <a:pt x="50195" y="1613143"/>
                  <a:pt x="0" y="1562948"/>
                  <a:pt x="0" y="1501030"/>
                </a:cubicBezTo>
                <a:lnTo>
                  <a:pt x="0" y="112113"/>
                </a:lnTo>
                <a:cubicBezTo>
                  <a:pt x="0" y="50236"/>
                  <a:pt x="50236" y="0"/>
                  <a:pt x="11211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56343" y="138892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68454" y="1501036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84083" y="28028"/>
                </a:moveTo>
                <a:cubicBezTo>
                  <a:pt x="84083" y="20276"/>
                  <a:pt x="90345" y="14014"/>
                  <a:pt x="98097" y="14014"/>
                </a:cubicBezTo>
                <a:lnTo>
                  <a:pt x="126124" y="14014"/>
                </a:lnTo>
                <a:cubicBezTo>
                  <a:pt x="133876" y="14014"/>
                  <a:pt x="140138" y="20276"/>
                  <a:pt x="140138" y="28028"/>
                </a:cubicBezTo>
                <a:lnTo>
                  <a:pt x="140138" y="56055"/>
                </a:lnTo>
                <a:cubicBezTo>
                  <a:pt x="140138" y="63807"/>
                  <a:pt x="133876" y="70069"/>
                  <a:pt x="126124" y="70069"/>
                </a:cubicBezTo>
                <a:lnTo>
                  <a:pt x="122621" y="70069"/>
                </a:lnTo>
                <a:lnTo>
                  <a:pt x="122621" y="98097"/>
                </a:lnTo>
                <a:lnTo>
                  <a:pt x="175172" y="98097"/>
                </a:lnTo>
                <a:cubicBezTo>
                  <a:pt x="192602" y="98097"/>
                  <a:pt x="206703" y="112198"/>
                  <a:pt x="206703" y="129628"/>
                </a:cubicBezTo>
                <a:lnTo>
                  <a:pt x="206703" y="154152"/>
                </a:lnTo>
                <a:lnTo>
                  <a:pt x="210207" y="154152"/>
                </a:lnTo>
                <a:cubicBezTo>
                  <a:pt x="217958" y="154152"/>
                  <a:pt x="224221" y="160414"/>
                  <a:pt x="224221" y="168166"/>
                </a:cubicBezTo>
                <a:lnTo>
                  <a:pt x="224221" y="196193"/>
                </a:lnTo>
                <a:cubicBezTo>
                  <a:pt x="224221" y="203944"/>
                  <a:pt x="217958" y="210207"/>
                  <a:pt x="210207" y="210207"/>
                </a:cubicBezTo>
                <a:lnTo>
                  <a:pt x="182179" y="210207"/>
                </a:lnTo>
                <a:cubicBezTo>
                  <a:pt x="174428" y="210207"/>
                  <a:pt x="168166" y="203944"/>
                  <a:pt x="168166" y="196193"/>
                </a:cubicBezTo>
                <a:lnTo>
                  <a:pt x="168166" y="168166"/>
                </a:lnTo>
                <a:cubicBezTo>
                  <a:pt x="168166" y="160414"/>
                  <a:pt x="174428" y="154152"/>
                  <a:pt x="182179" y="154152"/>
                </a:cubicBezTo>
                <a:lnTo>
                  <a:pt x="185683" y="154152"/>
                </a:lnTo>
                <a:lnTo>
                  <a:pt x="185683" y="129628"/>
                </a:lnTo>
                <a:cubicBezTo>
                  <a:pt x="185683" y="123803"/>
                  <a:pt x="180997" y="119117"/>
                  <a:pt x="175172" y="119117"/>
                </a:cubicBezTo>
                <a:lnTo>
                  <a:pt x="122621" y="119117"/>
                </a:lnTo>
                <a:lnTo>
                  <a:pt x="122621" y="154152"/>
                </a:lnTo>
                <a:lnTo>
                  <a:pt x="126124" y="154152"/>
                </a:lnTo>
                <a:cubicBezTo>
                  <a:pt x="133876" y="154152"/>
                  <a:pt x="140138" y="160414"/>
                  <a:pt x="140138" y="168166"/>
                </a:cubicBezTo>
                <a:lnTo>
                  <a:pt x="140138" y="196193"/>
                </a:lnTo>
                <a:cubicBezTo>
                  <a:pt x="140138" y="203944"/>
                  <a:pt x="133876" y="210207"/>
                  <a:pt x="126124" y="210207"/>
                </a:cubicBezTo>
                <a:lnTo>
                  <a:pt x="98097" y="210207"/>
                </a:lnTo>
                <a:cubicBezTo>
                  <a:pt x="90345" y="210207"/>
                  <a:pt x="84083" y="203944"/>
                  <a:pt x="84083" y="196193"/>
                </a:cubicBezTo>
                <a:lnTo>
                  <a:pt x="84083" y="168166"/>
                </a:lnTo>
                <a:cubicBezTo>
                  <a:pt x="84083" y="160414"/>
                  <a:pt x="90345" y="154152"/>
                  <a:pt x="98097" y="154152"/>
                </a:cubicBezTo>
                <a:lnTo>
                  <a:pt x="101600" y="154152"/>
                </a:lnTo>
                <a:lnTo>
                  <a:pt x="101600" y="119117"/>
                </a:lnTo>
                <a:lnTo>
                  <a:pt x="49048" y="119117"/>
                </a:lnTo>
                <a:cubicBezTo>
                  <a:pt x="43224" y="119117"/>
                  <a:pt x="38538" y="123803"/>
                  <a:pt x="38538" y="129628"/>
                </a:cubicBezTo>
                <a:lnTo>
                  <a:pt x="38538" y="154152"/>
                </a:lnTo>
                <a:lnTo>
                  <a:pt x="42041" y="154152"/>
                </a:lnTo>
                <a:cubicBezTo>
                  <a:pt x="49793" y="154152"/>
                  <a:pt x="56055" y="160414"/>
                  <a:pt x="56055" y="168166"/>
                </a:cubicBezTo>
                <a:lnTo>
                  <a:pt x="56055" y="196193"/>
                </a:lnTo>
                <a:cubicBezTo>
                  <a:pt x="56055" y="203944"/>
                  <a:pt x="49793" y="210207"/>
                  <a:pt x="42041" y="210207"/>
                </a:cubicBezTo>
                <a:lnTo>
                  <a:pt x="14014" y="210207"/>
                </a:lnTo>
                <a:cubicBezTo>
                  <a:pt x="6262" y="210207"/>
                  <a:pt x="0" y="203944"/>
                  <a:pt x="0" y="196193"/>
                </a:cubicBezTo>
                <a:lnTo>
                  <a:pt x="0" y="168166"/>
                </a:lnTo>
                <a:cubicBezTo>
                  <a:pt x="0" y="160414"/>
                  <a:pt x="6262" y="154152"/>
                  <a:pt x="14014" y="154152"/>
                </a:cubicBezTo>
                <a:lnTo>
                  <a:pt x="17517" y="154152"/>
                </a:lnTo>
                <a:lnTo>
                  <a:pt x="17517" y="129628"/>
                </a:lnTo>
                <a:cubicBezTo>
                  <a:pt x="17517" y="112198"/>
                  <a:pt x="31619" y="98097"/>
                  <a:pt x="49048" y="98097"/>
                </a:cubicBezTo>
                <a:lnTo>
                  <a:pt x="101600" y="98097"/>
                </a:lnTo>
                <a:lnTo>
                  <a:pt x="101600" y="70069"/>
                </a:lnTo>
                <a:lnTo>
                  <a:pt x="98097" y="70069"/>
                </a:lnTo>
                <a:cubicBezTo>
                  <a:pt x="90345" y="70069"/>
                  <a:pt x="84083" y="63807"/>
                  <a:pt x="84083" y="56055"/>
                </a:cubicBezTo>
                <a:lnTo>
                  <a:pt x="84083" y="28028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56343" y="1949477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Hierarchy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6343" y="2285808"/>
            <a:ext cx="35501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multi-level approval chains per sub-center for leave, check-in, and check-out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5422" y="1273698"/>
            <a:ext cx="3705870" cy="1613143"/>
          </a:xfrm>
          <a:custGeom>
            <a:avLst/>
            <a:gdLst/>
            <a:ahLst/>
            <a:cxnLst/>
            <a:rect l="l" t="t" r="r" b="b"/>
            <a:pathLst>
              <a:path w="3705870" h="1613143">
                <a:moveTo>
                  <a:pt x="112113" y="0"/>
                </a:moveTo>
                <a:lnTo>
                  <a:pt x="3593756" y="0"/>
                </a:lnTo>
                <a:cubicBezTo>
                  <a:pt x="3655675" y="0"/>
                  <a:pt x="3705870" y="50195"/>
                  <a:pt x="3705870" y="112113"/>
                </a:cubicBezTo>
                <a:lnTo>
                  <a:pt x="3705870" y="1501030"/>
                </a:lnTo>
                <a:cubicBezTo>
                  <a:pt x="3705870" y="1562948"/>
                  <a:pt x="3655675" y="1613143"/>
                  <a:pt x="3593756" y="1613143"/>
                </a:cubicBezTo>
                <a:lnTo>
                  <a:pt x="112113" y="1613143"/>
                </a:lnTo>
                <a:cubicBezTo>
                  <a:pt x="50195" y="1613143"/>
                  <a:pt x="0" y="1562948"/>
                  <a:pt x="0" y="1501030"/>
                </a:cubicBezTo>
                <a:lnTo>
                  <a:pt x="0" y="112113"/>
                </a:lnTo>
                <a:cubicBezTo>
                  <a:pt x="0" y="50236"/>
                  <a:pt x="50236" y="0"/>
                  <a:pt x="112113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0647" y="138892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46771" y="1501036"/>
            <a:ext cx="196193" cy="224221"/>
          </a:xfrm>
          <a:custGeom>
            <a:avLst/>
            <a:gdLst/>
            <a:ahLst/>
            <a:cxnLst/>
            <a:rect l="l" t="t" r="r" b="b"/>
            <a:pathLst>
              <a:path w="196193" h="224221">
                <a:moveTo>
                  <a:pt x="56055" y="0"/>
                </a:moveTo>
                <a:cubicBezTo>
                  <a:pt x="63807" y="0"/>
                  <a:pt x="70069" y="6262"/>
                  <a:pt x="70069" y="14014"/>
                </a:cubicBezTo>
                <a:lnTo>
                  <a:pt x="70069" y="28028"/>
                </a:lnTo>
                <a:lnTo>
                  <a:pt x="126124" y="28028"/>
                </a:lnTo>
                <a:lnTo>
                  <a:pt x="126124" y="14014"/>
                </a:lnTo>
                <a:cubicBezTo>
                  <a:pt x="126124" y="6262"/>
                  <a:pt x="132387" y="0"/>
                  <a:pt x="140138" y="0"/>
                </a:cubicBezTo>
                <a:cubicBezTo>
                  <a:pt x="147889" y="0"/>
                  <a:pt x="154152" y="6262"/>
                  <a:pt x="154152" y="14014"/>
                </a:cubicBezTo>
                <a:lnTo>
                  <a:pt x="154152" y="28028"/>
                </a:lnTo>
                <a:lnTo>
                  <a:pt x="168166" y="28028"/>
                </a:lnTo>
                <a:cubicBezTo>
                  <a:pt x="183624" y="28028"/>
                  <a:pt x="196193" y="40596"/>
                  <a:pt x="196193" y="56055"/>
                </a:cubicBezTo>
                <a:lnTo>
                  <a:pt x="196193" y="182179"/>
                </a:lnTo>
                <a:cubicBezTo>
                  <a:pt x="196193" y="197638"/>
                  <a:pt x="183624" y="210207"/>
                  <a:pt x="168166" y="210207"/>
                </a:cubicBezTo>
                <a:lnTo>
                  <a:pt x="28028" y="210207"/>
                </a:lnTo>
                <a:cubicBezTo>
                  <a:pt x="12569" y="210207"/>
                  <a:pt x="0" y="197638"/>
                  <a:pt x="0" y="182179"/>
                </a:cubicBezTo>
                <a:lnTo>
                  <a:pt x="0" y="56055"/>
                </a:lnTo>
                <a:cubicBezTo>
                  <a:pt x="0" y="40596"/>
                  <a:pt x="12569" y="28028"/>
                  <a:pt x="28028" y="28028"/>
                </a:cubicBezTo>
                <a:lnTo>
                  <a:pt x="42041" y="28028"/>
                </a:lnTo>
                <a:lnTo>
                  <a:pt x="42041" y="14014"/>
                </a:lnTo>
                <a:cubicBezTo>
                  <a:pt x="42041" y="6262"/>
                  <a:pt x="48304" y="0"/>
                  <a:pt x="56055" y="0"/>
                </a:cubicBezTo>
                <a:close/>
                <a:moveTo>
                  <a:pt x="28028" y="105103"/>
                </a:moveTo>
                <a:lnTo>
                  <a:pt x="28028" y="119117"/>
                </a:lnTo>
                <a:cubicBezTo>
                  <a:pt x="28028" y="122971"/>
                  <a:pt x="31181" y="126124"/>
                  <a:pt x="35034" y="126124"/>
                </a:cubicBezTo>
                <a:lnTo>
                  <a:pt x="49048" y="126124"/>
                </a:lnTo>
                <a:cubicBezTo>
                  <a:pt x="52902" y="126124"/>
                  <a:pt x="56055" y="122971"/>
                  <a:pt x="56055" y="119117"/>
                </a:cubicBezTo>
                <a:lnTo>
                  <a:pt x="56055" y="105103"/>
                </a:lnTo>
                <a:cubicBezTo>
                  <a:pt x="56055" y="101250"/>
                  <a:pt x="52902" y="98097"/>
                  <a:pt x="49048" y="98097"/>
                </a:cubicBezTo>
                <a:lnTo>
                  <a:pt x="35034" y="98097"/>
                </a:lnTo>
                <a:cubicBezTo>
                  <a:pt x="31181" y="98097"/>
                  <a:pt x="28028" y="101250"/>
                  <a:pt x="28028" y="105103"/>
                </a:cubicBezTo>
                <a:close/>
                <a:moveTo>
                  <a:pt x="84083" y="105103"/>
                </a:moveTo>
                <a:lnTo>
                  <a:pt x="84083" y="119117"/>
                </a:lnTo>
                <a:cubicBezTo>
                  <a:pt x="84083" y="122971"/>
                  <a:pt x="87236" y="126124"/>
                  <a:pt x="91090" y="126124"/>
                </a:cubicBezTo>
                <a:lnTo>
                  <a:pt x="105103" y="126124"/>
                </a:lnTo>
                <a:cubicBezTo>
                  <a:pt x="108957" y="126124"/>
                  <a:pt x="112110" y="122971"/>
                  <a:pt x="112110" y="119117"/>
                </a:cubicBezTo>
                <a:lnTo>
                  <a:pt x="112110" y="105103"/>
                </a:lnTo>
                <a:cubicBezTo>
                  <a:pt x="112110" y="101250"/>
                  <a:pt x="108957" y="98097"/>
                  <a:pt x="105103" y="98097"/>
                </a:cubicBezTo>
                <a:lnTo>
                  <a:pt x="91090" y="98097"/>
                </a:lnTo>
                <a:cubicBezTo>
                  <a:pt x="87236" y="98097"/>
                  <a:pt x="84083" y="101250"/>
                  <a:pt x="84083" y="105103"/>
                </a:cubicBezTo>
                <a:close/>
                <a:moveTo>
                  <a:pt x="147145" y="98097"/>
                </a:moveTo>
                <a:cubicBezTo>
                  <a:pt x="143291" y="98097"/>
                  <a:pt x="140138" y="101250"/>
                  <a:pt x="140138" y="105103"/>
                </a:cubicBezTo>
                <a:lnTo>
                  <a:pt x="140138" y="119117"/>
                </a:lnTo>
                <a:cubicBezTo>
                  <a:pt x="140138" y="122971"/>
                  <a:pt x="143291" y="126124"/>
                  <a:pt x="147145" y="126124"/>
                </a:cubicBezTo>
                <a:lnTo>
                  <a:pt x="161159" y="126124"/>
                </a:lnTo>
                <a:cubicBezTo>
                  <a:pt x="165012" y="126124"/>
                  <a:pt x="168166" y="122971"/>
                  <a:pt x="168166" y="119117"/>
                </a:cubicBezTo>
                <a:lnTo>
                  <a:pt x="168166" y="105103"/>
                </a:lnTo>
                <a:cubicBezTo>
                  <a:pt x="168166" y="101250"/>
                  <a:pt x="165012" y="98097"/>
                  <a:pt x="161159" y="98097"/>
                </a:cubicBezTo>
                <a:lnTo>
                  <a:pt x="147145" y="98097"/>
                </a:lnTo>
                <a:close/>
                <a:moveTo>
                  <a:pt x="28028" y="161159"/>
                </a:moveTo>
                <a:lnTo>
                  <a:pt x="28028" y="175172"/>
                </a:lnTo>
                <a:cubicBezTo>
                  <a:pt x="28028" y="179026"/>
                  <a:pt x="31181" y="182179"/>
                  <a:pt x="35034" y="182179"/>
                </a:cubicBezTo>
                <a:lnTo>
                  <a:pt x="49048" y="182179"/>
                </a:lnTo>
                <a:cubicBezTo>
                  <a:pt x="52902" y="182179"/>
                  <a:pt x="56055" y="179026"/>
                  <a:pt x="56055" y="175172"/>
                </a:cubicBezTo>
                <a:lnTo>
                  <a:pt x="56055" y="161159"/>
                </a:lnTo>
                <a:cubicBezTo>
                  <a:pt x="56055" y="157305"/>
                  <a:pt x="52902" y="154152"/>
                  <a:pt x="49048" y="154152"/>
                </a:cubicBezTo>
                <a:lnTo>
                  <a:pt x="35034" y="154152"/>
                </a:lnTo>
                <a:cubicBezTo>
                  <a:pt x="31181" y="154152"/>
                  <a:pt x="28028" y="157305"/>
                  <a:pt x="28028" y="161159"/>
                </a:cubicBezTo>
                <a:close/>
                <a:moveTo>
                  <a:pt x="91090" y="154152"/>
                </a:moveTo>
                <a:cubicBezTo>
                  <a:pt x="87236" y="154152"/>
                  <a:pt x="84083" y="157305"/>
                  <a:pt x="84083" y="161159"/>
                </a:cubicBezTo>
                <a:lnTo>
                  <a:pt x="84083" y="175172"/>
                </a:lnTo>
                <a:cubicBezTo>
                  <a:pt x="84083" y="179026"/>
                  <a:pt x="87236" y="182179"/>
                  <a:pt x="91090" y="182179"/>
                </a:cubicBezTo>
                <a:lnTo>
                  <a:pt x="105103" y="182179"/>
                </a:lnTo>
                <a:cubicBezTo>
                  <a:pt x="108957" y="182179"/>
                  <a:pt x="112110" y="179026"/>
                  <a:pt x="112110" y="175172"/>
                </a:cubicBezTo>
                <a:lnTo>
                  <a:pt x="112110" y="161159"/>
                </a:lnTo>
                <a:cubicBezTo>
                  <a:pt x="112110" y="157305"/>
                  <a:pt x="108957" y="154152"/>
                  <a:pt x="105103" y="154152"/>
                </a:cubicBezTo>
                <a:lnTo>
                  <a:pt x="91090" y="154152"/>
                </a:lnTo>
                <a:close/>
                <a:moveTo>
                  <a:pt x="140138" y="161159"/>
                </a:moveTo>
                <a:lnTo>
                  <a:pt x="140138" y="175172"/>
                </a:lnTo>
                <a:cubicBezTo>
                  <a:pt x="140138" y="179026"/>
                  <a:pt x="143291" y="182179"/>
                  <a:pt x="147145" y="182179"/>
                </a:cubicBezTo>
                <a:lnTo>
                  <a:pt x="161159" y="182179"/>
                </a:lnTo>
                <a:cubicBezTo>
                  <a:pt x="165012" y="182179"/>
                  <a:pt x="168166" y="179026"/>
                  <a:pt x="168166" y="175172"/>
                </a:cubicBezTo>
                <a:lnTo>
                  <a:pt x="168166" y="161159"/>
                </a:lnTo>
                <a:cubicBezTo>
                  <a:pt x="168166" y="157305"/>
                  <a:pt x="165012" y="154152"/>
                  <a:pt x="161159" y="154152"/>
                </a:cubicBezTo>
                <a:lnTo>
                  <a:pt x="147145" y="154152"/>
                </a:lnTo>
                <a:cubicBezTo>
                  <a:pt x="143291" y="154152"/>
                  <a:pt x="140138" y="157305"/>
                  <a:pt x="140138" y="161159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0647" y="1949477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Schedule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0647" y="2285808"/>
            <a:ext cx="35501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organization-wide schedule overrides for holidays, Ramadan hours, and special events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6815" y="3042556"/>
            <a:ext cx="3705870" cy="1856049"/>
          </a:xfrm>
          <a:custGeom>
            <a:avLst/>
            <a:gdLst/>
            <a:ahLst/>
            <a:cxnLst/>
            <a:rect l="l" t="t" r="r" b="b"/>
            <a:pathLst>
              <a:path w="3705870" h="1856049">
                <a:moveTo>
                  <a:pt x="112105" y="0"/>
                </a:moveTo>
                <a:lnTo>
                  <a:pt x="3593764" y="0"/>
                </a:lnTo>
                <a:cubicBezTo>
                  <a:pt x="3655678" y="0"/>
                  <a:pt x="3705870" y="50191"/>
                  <a:pt x="3705870" y="112105"/>
                </a:cubicBezTo>
                <a:lnTo>
                  <a:pt x="3705870" y="1743944"/>
                </a:lnTo>
                <a:cubicBezTo>
                  <a:pt x="3705870" y="1805858"/>
                  <a:pt x="3655678" y="1856049"/>
                  <a:pt x="3593764" y="1856049"/>
                </a:cubicBezTo>
                <a:lnTo>
                  <a:pt x="112105" y="1856049"/>
                </a:lnTo>
                <a:cubicBezTo>
                  <a:pt x="50191" y="1856049"/>
                  <a:pt x="0" y="1805858"/>
                  <a:pt x="0" y="1743944"/>
                </a:cubicBezTo>
                <a:lnTo>
                  <a:pt x="0" y="112105"/>
                </a:lnTo>
                <a:cubicBezTo>
                  <a:pt x="0" y="50233"/>
                  <a:pt x="50233" y="0"/>
                  <a:pt x="11210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2040" y="3157775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8164" y="3269885"/>
            <a:ext cx="196193" cy="224221"/>
          </a:xfrm>
          <a:custGeom>
            <a:avLst/>
            <a:gdLst/>
            <a:ahLst/>
            <a:cxnLst/>
            <a:rect l="l" t="t" r="r" b="b"/>
            <a:pathLst>
              <a:path w="196193" h="224221">
                <a:moveTo>
                  <a:pt x="112110" y="70069"/>
                </a:moveTo>
                <a:lnTo>
                  <a:pt x="112110" y="112110"/>
                </a:lnTo>
                <a:lnTo>
                  <a:pt x="168166" y="112110"/>
                </a:lnTo>
                <a:lnTo>
                  <a:pt x="168166" y="70069"/>
                </a:lnTo>
                <a:lnTo>
                  <a:pt x="112110" y="70069"/>
                </a:lnTo>
                <a:close/>
                <a:moveTo>
                  <a:pt x="84083" y="70069"/>
                </a:moveTo>
                <a:lnTo>
                  <a:pt x="28028" y="70069"/>
                </a:lnTo>
                <a:lnTo>
                  <a:pt x="28028" y="112110"/>
                </a:lnTo>
                <a:lnTo>
                  <a:pt x="84083" y="112110"/>
                </a:lnTo>
                <a:lnTo>
                  <a:pt x="84083" y="70069"/>
                </a:lnTo>
                <a:close/>
                <a:moveTo>
                  <a:pt x="0" y="140138"/>
                </a:moveTo>
                <a:lnTo>
                  <a:pt x="0" y="42041"/>
                </a:lnTo>
                <a:cubicBezTo>
                  <a:pt x="0" y="26582"/>
                  <a:pt x="12569" y="14014"/>
                  <a:pt x="28028" y="14014"/>
                </a:cubicBezTo>
                <a:lnTo>
                  <a:pt x="168166" y="14014"/>
                </a:lnTo>
                <a:cubicBezTo>
                  <a:pt x="183624" y="14014"/>
                  <a:pt x="196193" y="26582"/>
                  <a:pt x="196193" y="42041"/>
                </a:cubicBezTo>
                <a:lnTo>
                  <a:pt x="196193" y="182179"/>
                </a:lnTo>
                <a:cubicBezTo>
                  <a:pt x="196193" y="197638"/>
                  <a:pt x="183624" y="210207"/>
                  <a:pt x="168166" y="210207"/>
                </a:cubicBezTo>
                <a:lnTo>
                  <a:pt x="28028" y="210207"/>
                </a:lnTo>
                <a:cubicBezTo>
                  <a:pt x="12569" y="210207"/>
                  <a:pt x="0" y="197638"/>
                  <a:pt x="0" y="182179"/>
                </a:cubicBezTo>
                <a:lnTo>
                  <a:pt x="0" y="140138"/>
                </a:lnTo>
                <a:close/>
                <a:moveTo>
                  <a:pt x="168166" y="140138"/>
                </a:moveTo>
                <a:lnTo>
                  <a:pt x="112110" y="140138"/>
                </a:lnTo>
                <a:lnTo>
                  <a:pt x="112110" y="182179"/>
                </a:lnTo>
                <a:lnTo>
                  <a:pt x="168166" y="182179"/>
                </a:lnTo>
                <a:lnTo>
                  <a:pt x="168166" y="140138"/>
                </a:lnTo>
                <a:close/>
                <a:moveTo>
                  <a:pt x="84083" y="182179"/>
                </a:moveTo>
                <a:lnTo>
                  <a:pt x="84083" y="140138"/>
                </a:lnTo>
                <a:lnTo>
                  <a:pt x="28028" y="140138"/>
                </a:lnTo>
                <a:lnTo>
                  <a:pt x="28028" y="182179"/>
                </a:lnTo>
                <a:lnTo>
                  <a:pt x="84083" y="18217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2040" y="3718326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Duty Roster Mgmt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2040" y="4054657"/>
            <a:ext cx="35501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pre-filled templates, upload completed rosters, and manage monthly shift assignments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1119" y="3042556"/>
            <a:ext cx="3705870" cy="1856049"/>
          </a:xfrm>
          <a:custGeom>
            <a:avLst/>
            <a:gdLst/>
            <a:ahLst/>
            <a:cxnLst/>
            <a:rect l="l" t="t" r="r" b="b"/>
            <a:pathLst>
              <a:path w="3705870" h="1856049">
                <a:moveTo>
                  <a:pt x="112105" y="0"/>
                </a:moveTo>
                <a:lnTo>
                  <a:pt x="3593764" y="0"/>
                </a:lnTo>
                <a:cubicBezTo>
                  <a:pt x="3655678" y="0"/>
                  <a:pt x="3705870" y="50191"/>
                  <a:pt x="3705870" y="112105"/>
                </a:cubicBezTo>
                <a:lnTo>
                  <a:pt x="3705870" y="1743944"/>
                </a:lnTo>
                <a:cubicBezTo>
                  <a:pt x="3705870" y="1805858"/>
                  <a:pt x="3655678" y="1856049"/>
                  <a:pt x="3593764" y="1856049"/>
                </a:cubicBezTo>
                <a:lnTo>
                  <a:pt x="112105" y="1856049"/>
                </a:lnTo>
                <a:cubicBezTo>
                  <a:pt x="50191" y="1856049"/>
                  <a:pt x="0" y="1805858"/>
                  <a:pt x="0" y="1743944"/>
                </a:cubicBezTo>
                <a:lnTo>
                  <a:pt x="0" y="112105"/>
                </a:lnTo>
                <a:cubicBezTo>
                  <a:pt x="0" y="50233"/>
                  <a:pt x="50233" y="0"/>
                  <a:pt x="1121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56343" y="3157775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96481" y="3269885"/>
            <a:ext cx="168166" cy="224221"/>
          </a:xfrm>
          <a:custGeom>
            <a:avLst/>
            <a:gdLst/>
            <a:ahLst/>
            <a:cxnLst/>
            <a:rect l="l" t="t" r="r" b="b"/>
            <a:pathLst>
              <a:path w="168166" h="224221">
                <a:moveTo>
                  <a:pt x="28028" y="0"/>
                </a:moveTo>
                <a:cubicBezTo>
                  <a:pt x="12569" y="0"/>
                  <a:pt x="0" y="12569"/>
                  <a:pt x="0" y="28028"/>
                </a:cubicBezTo>
                <a:lnTo>
                  <a:pt x="0" y="196193"/>
                </a:lnTo>
                <a:cubicBezTo>
                  <a:pt x="0" y="211652"/>
                  <a:pt x="12569" y="224221"/>
                  <a:pt x="28028" y="224221"/>
                </a:cubicBezTo>
                <a:lnTo>
                  <a:pt x="140138" y="224221"/>
                </a:lnTo>
                <a:cubicBezTo>
                  <a:pt x="155597" y="224221"/>
                  <a:pt x="168166" y="211652"/>
                  <a:pt x="168166" y="196193"/>
                </a:cubicBezTo>
                <a:lnTo>
                  <a:pt x="168166" y="28028"/>
                </a:lnTo>
                <a:cubicBezTo>
                  <a:pt x="168166" y="12569"/>
                  <a:pt x="155597" y="0"/>
                  <a:pt x="140138" y="0"/>
                </a:cubicBezTo>
                <a:lnTo>
                  <a:pt x="28028" y="0"/>
                </a:lnTo>
                <a:close/>
                <a:moveTo>
                  <a:pt x="77076" y="154152"/>
                </a:moveTo>
                <a:lnTo>
                  <a:pt x="91090" y="154152"/>
                </a:lnTo>
                <a:cubicBezTo>
                  <a:pt x="98841" y="154152"/>
                  <a:pt x="105103" y="160414"/>
                  <a:pt x="105103" y="168166"/>
                </a:cubicBezTo>
                <a:lnTo>
                  <a:pt x="105103" y="203200"/>
                </a:lnTo>
                <a:lnTo>
                  <a:pt x="63062" y="203200"/>
                </a:lnTo>
                <a:lnTo>
                  <a:pt x="63062" y="168166"/>
                </a:lnTo>
                <a:cubicBezTo>
                  <a:pt x="63062" y="160414"/>
                  <a:pt x="69324" y="154152"/>
                  <a:pt x="77076" y="154152"/>
                </a:cubicBezTo>
                <a:close/>
                <a:moveTo>
                  <a:pt x="42041" y="49048"/>
                </a:moveTo>
                <a:cubicBezTo>
                  <a:pt x="42041" y="45194"/>
                  <a:pt x="45194" y="42041"/>
                  <a:pt x="49048" y="42041"/>
                </a:cubicBezTo>
                <a:lnTo>
                  <a:pt x="63062" y="42041"/>
                </a:lnTo>
                <a:cubicBezTo>
                  <a:pt x="66916" y="42041"/>
                  <a:pt x="70069" y="45194"/>
                  <a:pt x="70069" y="49048"/>
                </a:cubicBezTo>
                <a:lnTo>
                  <a:pt x="70069" y="63062"/>
                </a:lnTo>
                <a:cubicBezTo>
                  <a:pt x="70069" y="66916"/>
                  <a:pt x="66916" y="70069"/>
                  <a:pt x="63062" y="70069"/>
                </a:cubicBezTo>
                <a:lnTo>
                  <a:pt x="49048" y="70069"/>
                </a:lnTo>
                <a:cubicBezTo>
                  <a:pt x="45194" y="70069"/>
                  <a:pt x="42041" y="66916"/>
                  <a:pt x="42041" y="63062"/>
                </a:cubicBezTo>
                <a:lnTo>
                  <a:pt x="42041" y="49048"/>
                </a:lnTo>
                <a:close/>
                <a:moveTo>
                  <a:pt x="105103" y="42041"/>
                </a:moveTo>
                <a:lnTo>
                  <a:pt x="119117" y="42041"/>
                </a:lnTo>
                <a:cubicBezTo>
                  <a:pt x="122971" y="42041"/>
                  <a:pt x="126124" y="45194"/>
                  <a:pt x="126124" y="49048"/>
                </a:cubicBezTo>
                <a:lnTo>
                  <a:pt x="126124" y="63062"/>
                </a:lnTo>
                <a:cubicBezTo>
                  <a:pt x="126124" y="66916"/>
                  <a:pt x="122971" y="70069"/>
                  <a:pt x="119117" y="70069"/>
                </a:cubicBezTo>
                <a:lnTo>
                  <a:pt x="105103" y="70069"/>
                </a:lnTo>
                <a:cubicBezTo>
                  <a:pt x="101250" y="70069"/>
                  <a:pt x="98097" y="66916"/>
                  <a:pt x="98097" y="63062"/>
                </a:cubicBezTo>
                <a:lnTo>
                  <a:pt x="98097" y="49048"/>
                </a:lnTo>
                <a:cubicBezTo>
                  <a:pt x="98097" y="45194"/>
                  <a:pt x="101250" y="42041"/>
                  <a:pt x="105103" y="42041"/>
                </a:cubicBezTo>
                <a:close/>
                <a:moveTo>
                  <a:pt x="42041" y="105103"/>
                </a:moveTo>
                <a:cubicBezTo>
                  <a:pt x="42041" y="101250"/>
                  <a:pt x="45194" y="98097"/>
                  <a:pt x="49048" y="98097"/>
                </a:cubicBezTo>
                <a:lnTo>
                  <a:pt x="63062" y="98097"/>
                </a:lnTo>
                <a:cubicBezTo>
                  <a:pt x="66916" y="98097"/>
                  <a:pt x="70069" y="101250"/>
                  <a:pt x="70069" y="105103"/>
                </a:cubicBezTo>
                <a:lnTo>
                  <a:pt x="70069" y="119117"/>
                </a:lnTo>
                <a:cubicBezTo>
                  <a:pt x="70069" y="122971"/>
                  <a:pt x="66916" y="126124"/>
                  <a:pt x="63062" y="126124"/>
                </a:cubicBezTo>
                <a:lnTo>
                  <a:pt x="49048" y="126124"/>
                </a:lnTo>
                <a:cubicBezTo>
                  <a:pt x="45194" y="126124"/>
                  <a:pt x="42041" y="122971"/>
                  <a:pt x="42041" y="119117"/>
                </a:cubicBezTo>
                <a:lnTo>
                  <a:pt x="42041" y="105103"/>
                </a:lnTo>
                <a:close/>
                <a:moveTo>
                  <a:pt x="105103" y="98097"/>
                </a:moveTo>
                <a:lnTo>
                  <a:pt x="119117" y="98097"/>
                </a:lnTo>
                <a:cubicBezTo>
                  <a:pt x="122971" y="98097"/>
                  <a:pt x="126124" y="101250"/>
                  <a:pt x="126124" y="105103"/>
                </a:cubicBezTo>
                <a:lnTo>
                  <a:pt x="126124" y="119117"/>
                </a:lnTo>
                <a:cubicBezTo>
                  <a:pt x="126124" y="122971"/>
                  <a:pt x="122971" y="126124"/>
                  <a:pt x="119117" y="126124"/>
                </a:cubicBezTo>
                <a:lnTo>
                  <a:pt x="105103" y="126124"/>
                </a:lnTo>
                <a:cubicBezTo>
                  <a:pt x="101250" y="126124"/>
                  <a:pt x="98097" y="122971"/>
                  <a:pt x="98097" y="119117"/>
                </a:cubicBezTo>
                <a:lnTo>
                  <a:pt x="98097" y="105103"/>
                </a:lnTo>
                <a:cubicBezTo>
                  <a:pt x="98097" y="101250"/>
                  <a:pt x="101250" y="98097"/>
                  <a:pt x="105103" y="98097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6343" y="3718326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Sub-Center Settings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6343" y="4054657"/>
            <a:ext cx="35501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hierarchies, compliance rules, and location-specific settings per sub-center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5422" y="3042556"/>
            <a:ext cx="3705870" cy="1856049"/>
          </a:xfrm>
          <a:custGeom>
            <a:avLst/>
            <a:gdLst/>
            <a:ahLst/>
            <a:cxnLst/>
            <a:rect l="l" t="t" r="r" b="b"/>
            <a:pathLst>
              <a:path w="3705870" h="1856049">
                <a:moveTo>
                  <a:pt x="112105" y="0"/>
                </a:moveTo>
                <a:lnTo>
                  <a:pt x="3593764" y="0"/>
                </a:lnTo>
                <a:cubicBezTo>
                  <a:pt x="3655678" y="0"/>
                  <a:pt x="3705870" y="50191"/>
                  <a:pt x="3705870" y="112105"/>
                </a:cubicBezTo>
                <a:lnTo>
                  <a:pt x="3705870" y="1743944"/>
                </a:lnTo>
                <a:cubicBezTo>
                  <a:pt x="3705870" y="1805858"/>
                  <a:pt x="3655678" y="1856049"/>
                  <a:pt x="3593764" y="1856049"/>
                </a:cubicBezTo>
                <a:lnTo>
                  <a:pt x="112105" y="1856049"/>
                </a:lnTo>
                <a:cubicBezTo>
                  <a:pt x="50191" y="1856049"/>
                  <a:pt x="0" y="1805858"/>
                  <a:pt x="0" y="1743944"/>
                </a:cubicBezTo>
                <a:lnTo>
                  <a:pt x="0" y="112105"/>
                </a:lnTo>
                <a:cubicBezTo>
                  <a:pt x="0" y="50233"/>
                  <a:pt x="50233" y="0"/>
                  <a:pt x="1121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0647" y="3157775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04730" y="3269885"/>
            <a:ext cx="280276" cy="224221"/>
          </a:xfrm>
          <a:custGeom>
            <a:avLst/>
            <a:gdLst/>
            <a:ahLst/>
            <a:cxnLst/>
            <a:rect l="l" t="t" r="r" b="b"/>
            <a:pathLst>
              <a:path w="280276" h="224221">
                <a:moveTo>
                  <a:pt x="140138" y="98097"/>
                </a:moveTo>
                <a:cubicBezTo>
                  <a:pt x="165275" y="98097"/>
                  <a:pt x="185683" y="77689"/>
                  <a:pt x="185683" y="52552"/>
                </a:cubicBezTo>
                <a:cubicBezTo>
                  <a:pt x="185683" y="27415"/>
                  <a:pt x="165275" y="7007"/>
                  <a:pt x="140138" y="7007"/>
                </a:cubicBezTo>
                <a:cubicBezTo>
                  <a:pt x="115001" y="7007"/>
                  <a:pt x="94593" y="27415"/>
                  <a:pt x="94593" y="52552"/>
                </a:cubicBezTo>
                <a:cubicBezTo>
                  <a:pt x="94593" y="77689"/>
                  <a:pt x="115001" y="98097"/>
                  <a:pt x="140138" y="98097"/>
                </a:cubicBezTo>
                <a:close/>
                <a:moveTo>
                  <a:pt x="42041" y="101600"/>
                </a:moveTo>
                <a:cubicBezTo>
                  <a:pt x="59444" y="101600"/>
                  <a:pt x="73572" y="87471"/>
                  <a:pt x="73572" y="70069"/>
                </a:cubicBezTo>
                <a:cubicBezTo>
                  <a:pt x="73572" y="52667"/>
                  <a:pt x="59444" y="38538"/>
                  <a:pt x="42041" y="38538"/>
                </a:cubicBezTo>
                <a:cubicBezTo>
                  <a:pt x="24639" y="38538"/>
                  <a:pt x="10510" y="52667"/>
                  <a:pt x="10510" y="70069"/>
                </a:cubicBezTo>
                <a:cubicBezTo>
                  <a:pt x="10510" y="87471"/>
                  <a:pt x="24639" y="101600"/>
                  <a:pt x="42041" y="101600"/>
                </a:cubicBezTo>
                <a:close/>
                <a:moveTo>
                  <a:pt x="0" y="182179"/>
                </a:moveTo>
                <a:lnTo>
                  <a:pt x="0" y="196193"/>
                </a:lnTo>
                <a:cubicBezTo>
                  <a:pt x="0" y="203944"/>
                  <a:pt x="6262" y="210207"/>
                  <a:pt x="14014" y="210207"/>
                </a:cubicBezTo>
                <a:lnTo>
                  <a:pt x="51982" y="210207"/>
                </a:lnTo>
                <a:cubicBezTo>
                  <a:pt x="50099" y="205915"/>
                  <a:pt x="49048" y="201186"/>
                  <a:pt x="49048" y="196193"/>
                </a:cubicBezTo>
                <a:lnTo>
                  <a:pt x="49048" y="189186"/>
                </a:lnTo>
                <a:cubicBezTo>
                  <a:pt x="49048" y="165888"/>
                  <a:pt x="57807" y="144605"/>
                  <a:pt x="72215" y="128489"/>
                </a:cubicBezTo>
                <a:cubicBezTo>
                  <a:pt x="67091" y="126956"/>
                  <a:pt x="61661" y="126124"/>
                  <a:pt x="56055" y="126124"/>
                </a:cubicBezTo>
                <a:cubicBezTo>
                  <a:pt x="25093" y="126124"/>
                  <a:pt x="0" y="151218"/>
                  <a:pt x="0" y="182179"/>
                </a:cubicBezTo>
                <a:close/>
                <a:moveTo>
                  <a:pt x="269766" y="70069"/>
                </a:moveTo>
                <a:cubicBezTo>
                  <a:pt x="269766" y="52667"/>
                  <a:pt x="255637" y="38538"/>
                  <a:pt x="238234" y="38538"/>
                </a:cubicBezTo>
                <a:cubicBezTo>
                  <a:pt x="220832" y="38538"/>
                  <a:pt x="206703" y="52667"/>
                  <a:pt x="206703" y="70069"/>
                </a:cubicBezTo>
                <a:cubicBezTo>
                  <a:pt x="206703" y="87471"/>
                  <a:pt x="220832" y="101600"/>
                  <a:pt x="238234" y="101600"/>
                </a:cubicBezTo>
                <a:cubicBezTo>
                  <a:pt x="255637" y="101600"/>
                  <a:pt x="269766" y="87471"/>
                  <a:pt x="269766" y="70069"/>
                </a:cubicBezTo>
                <a:close/>
                <a:moveTo>
                  <a:pt x="70069" y="189186"/>
                </a:moveTo>
                <a:lnTo>
                  <a:pt x="70069" y="196193"/>
                </a:lnTo>
                <a:cubicBezTo>
                  <a:pt x="70069" y="203944"/>
                  <a:pt x="76331" y="210207"/>
                  <a:pt x="84083" y="210207"/>
                </a:cubicBezTo>
                <a:lnTo>
                  <a:pt x="152750" y="210207"/>
                </a:lnTo>
                <a:cubicBezTo>
                  <a:pt x="149641" y="200748"/>
                  <a:pt x="149991" y="190763"/>
                  <a:pt x="157436" y="182179"/>
                </a:cubicBezTo>
                <a:cubicBezTo>
                  <a:pt x="151305" y="175085"/>
                  <a:pt x="148459" y="164793"/>
                  <a:pt x="152444" y="154458"/>
                </a:cubicBezTo>
                <a:cubicBezTo>
                  <a:pt x="155334" y="146970"/>
                  <a:pt x="159407" y="139963"/>
                  <a:pt x="164443" y="133744"/>
                </a:cubicBezTo>
                <a:cubicBezTo>
                  <a:pt x="166808" y="130854"/>
                  <a:pt x="169523" y="128620"/>
                  <a:pt x="172457" y="127000"/>
                </a:cubicBezTo>
                <a:cubicBezTo>
                  <a:pt x="162779" y="121964"/>
                  <a:pt x="151787" y="119117"/>
                  <a:pt x="140138" y="119117"/>
                </a:cubicBezTo>
                <a:cubicBezTo>
                  <a:pt x="101425" y="119117"/>
                  <a:pt x="70069" y="150473"/>
                  <a:pt x="70069" y="189186"/>
                </a:cubicBezTo>
                <a:close/>
                <a:moveTo>
                  <a:pt x="273532" y="169873"/>
                </a:moveTo>
                <a:cubicBezTo>
                  <a:pt x="276291" y="168297"/>
                  <a:pt x="277692" y="165012"/>
                  <a:pt x="276510" y="161991"/>
                </a:cubicBezTo>
                <a:cubicBezTo>
                  <a:pt x="274408" y="156560"/>
                  <a:pt x="271473" y="151437"/>
                  <a:pt x="267795" y="146926"/>
                </a:cubicBezTo>
                <a:cubicBezTo>
                  <a:pt x="265780" y="144430"/>
                  <a:pt x="262233" y="143992"/>
                  <a:pt x="259474" y="145612"/>
                </a:cubicBezTo>
                <a:cubicBezTo>
                  <a:pt x="249927" y="151130"/>
                  <a:pt x="238191" y="144386"/>
                  <a:pt x="238191" y="133306"/>
                </a:cubicBezTo>
                <a:cubicBezTo>
                  <a:pt x="238191" y="130109"/>
                  <a:pt x="236045" y="127263"/>
                  <a:pt x="232892" y="126781"/>
                </a:cubicBezTo>
                <a:cubicBezTo>
                  <a:pt x="227242" y="125905"/>
                  <a:pt x="221155" y="125905"/>
                  <a:pt x="215506" y="126781"/>
                </a:cubicBezTo>
                <a:cubicBezTo>
                  <a:pt x="212353" y="127263"/>
                  <a:pt x="210207" y="130109"/>
                  <a:pt x="210207" y="133306"/>
                </a:cubicBezTo>
                <a:cubicBezTo>
                  <a:pt x="210207" y="144342"/>
                  <a:pt x="198470" y="151130"/>
                  <a:pt x="188923" y="145612"/>
                </a:cubicBezTo>
                <a:cubicBezTo>
                  <a:pt x="186164" y="144036"/>
                  <a:pt x="182617" y="144473"/>
                  <a:pt x="180603" y="146926"/>
                </a:cubicBezTo>
                <a:cubicBezTo>
                  <a:pt x="176924" y="151437"/>
                  <a:pt x="173990" y="156560"/>
                  <a:pt x="171888" y="161991"/>
                </a:cubicBezTo>
                <a:cubicBezTo>
                  <a:pt x="170749" y="164969"/>
                  <a:pt x="172107" y="168253"/>
                  <a:pt x="174866" y="169830"/>
                </a:cubicBezTo>
                <a:cubicBezTo>
                  <a:pt x="184457" y="175348"/>
                  <a:pt x="184457" y="188880"/>
                  <a:pt x="174866" y="194441"/>
                </a:cubicBezTo>
                <a:cubicBezTo>
                  <a:pt x="172107" y="196018"/>
                  <a:pt x="170706" y="199302"/>
                  <a:pt x="171888" y="202280"/>
                </a:cubicBezTo>
                <a:cubicBezTo>
                  <a:pt x="173990" y="207711"/>
                  <a:pt x="176924" y="212834"/>
                  <a:pt x="180603" y="217345"/>
                </a:cubicBezTo>
                <a:cubicBezTo>
                  <a:pt x="182617" y="219841"/>
                  <a:pt x="186164" y="220279"/>
                  <a:pt x="188923" y="218659"/>
                </a:cubicBezTo>
                <a:cubicBezTo>
                  <a:pt x="198470" y="213141"/>
                  <a:pt x="210207" y="219929"/>
                  <a:pt x="210207" y="230965"/>
                </a:cubicBezTo>
                <a:cubicBezTo>
                  <a:pt x="210207" y="234162"/>
                  <a:pt x="212353" y="237008"/>
                  <a:pt x="215506" y="237490"/>
                </a:cubicBezTo>
                <a:cubicBezTo>
                  <a:pt x="221155" y="238366"/>
                  <a:pt x="227242" y="238366"/>
                  <a:pt x="232892" y="237490"/>
                </a:cubicBezTo>
                <a:cubicBezTo>
                  <a:pt x="236045" y="237008"/>
                  <a:pt x="238191" y="234162"/>
                  <a:pt x="238191" y="230965"/>
                </a:cubicBezTo>
                <a:cubicBezTo>
                  <a:pt x="238191" y="219929"/>
                  <a:pt x="249927" y="213141"/>
                  <a:pt x="259474" y="218659"/>
                </a:cubicBezTo>
                <a:cubicBezTo>
                  <a:pt x="262233" y="220236"/>
                  <a:pt x="265780" y="219798"/>
                  <a:pt x="267795" y="217345"/>
                </a:cubicBezTo>
                <a:cubicBezTo>
                  <a:pt x="271473" y="212834"/>
                  <a:pt x="274408" y="207711"/>
                  <a:pt x="276510" y="202280"/>
                </a:cubicBezTo>
                <a:cubicBezTo>
                  <a:pt x="277648" y="199302"/>
                  <a:pt x="276291" y="196018"/>
                  <a:pt x="273532" y="194441"/>
                </a:cubicBezTo>
                <a:cubicBezTo>
                  <a:pt x="263941" y="188923"/>
                  <a:pt x="263941" y="175391"/>
                  <a:pt x="273532" y="169830"/>
                </a:cubicBezTo>
                <a:close/>
                <a:moveTo>
                  <a:pt x="206703" y="182179"/>
                </a:moveTo>
                <a:cubicBezTo>
                  <a:pt x="206703" y="172511"/>
                  <a:pt x="214553" y="164662"/>
                  <a:pt x="224221" y="164662"/>
                </a:cubicBezTo>
                <a:cubicBezTo>
                  <a:pt x="233889" y="164662"/>
                  <a:pt x="241738" y="172511"/>
                  <a:pt x="241738" y="182179"/>
                </a:cubicBezTo>
                <a:cubicBezTo>
                  <a:pt x="241738" y="191847"/>
                  <a:pt x="233889" y="199697"/>
                  <a:pt x="224221" y="199697"/>
                </a:cubicBezTo>
                <a:cubicBezTo>
                  <a:pt x="214553" y="199697"/>
                  <a:pt x="206703" y="191847"/>
                  <a:pt x="206703" y="182179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0647" y="3718326"/>
            <a:ext cx="35688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0647" y="4054657"/>
            <a:ext cx="3550161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and manage Admin, Manager, and Employee user accounts with role-based permissions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6815" y="5054311"/>
            <a:ext cx="11441484" cy="1426293"/>
          </a:xfrm>
          <a:custGeom>
            <a:avLst/>
            <a:gdLst/>
            <a:ahLst/>
            <a:cxnLst/>
            <a:rect l="l" t="t" r="r" b="b"/>
            <a:pathLst>
              <a:path w="11441484" h="1426293">
                <a:moveTo>
                  <a:pt x="112107" y="0"/>
                </a:moveTo>
                <a:lnTo>
                  <a:pt x="11329377" y="0"/>
                </a:lnTo>
                <a:cubicBezTo>
                  <a:pt x="11391292" y="0"/>
                  <a:pt x="11441484" y="50192"/>
                  <a:pt x="11441484" y="112107"/>
                </a:cubicBezTo>
                <a:lnTo>
                  <a:pt x="11441484" y="1314186"/>
                </a:lnTo>
                <a:cubicBezTo>
                  <a:pt x="11441484" y="1376101"/>
                  <a:pt x="11391292" y="1426293"/>
                  <a:pt x="11329377" y="1426293"/>
                </a:cubicBezTo>
                <a:lnTo>
                  <a:pt x="112107" y="1426293"/>
                </a:lnTo>
                <a:cubicBezTo>
                  <a:pt x="50233" y="1426293"/>
                  <a:pt x="0" y="1376059"/>
                  <a:pt x="0" y="1314186"/>
                </a:cubicBezTo>
                <a:lnTo>
                  <a:pt x="0" y="112107"/>
                </a:lnTo>
                <a:cubicBezTo>
                  <a:pt x="0" y="50233"/>
                  <a:pt x="50233" y="0"/>
                  <a:pt x="112107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3718" y="5206909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81747" y="90506"/>
                </a:moveTo>
                <a:cubicBezTo>
                  <a:pt x="105917" y="90506"/>
                  <a:pt x="125540" y="70883"/>
                  <a:pt x="125540" y="46713"/>
                </a:cubicBezTo>
                <a:cubicBezTo>
                  <a:pt x="125540" y="22543"/>
                  <a:pt x="105917" y="2920"/>
                  <a:pt x="81747" y="2920"/>
                </a:cubicBezTo>
                <a:cubicBezTo>
                  <a:pt x="57577" y="2920"/>
                  <a:pt x="37954" y="22543"/>
                  <a:pt x="37954" y="46713"/>
                </a:cubicBezTo>
                <a:cubicBezTo>
                  <a:pt x="37954" y="70883"/>
                  <a:pt x="57577" y="90506"/>
                  <a:pt x="81747" y="90506"/>
                </a:cubicBezTo>
                <a:close/>
                <a:moveTo>
                  <a:pt x="70908" y="110943"/>
                </a:moveTo>
                <a:cubicBezTo>
                  <a:pt x="34961" y="110943"/>
                  <a:pt x="5839" y="140065"/>
                  <a:pt x="5839" y="176012"/>
                </a:cubicBezTo>
                <a:cubicBezTo>
                  <a:pt x="5839" y="181997"/>
                  <a:pt x="10693" y="186851"/>
                  <a:pt x="16678" y="186851"/>
                </a:cubicBezTo>
                <a:lnTo>
                  <a:pt x="108461" y="186851"/>
                </a:lnTo>
                <a:cubicBezTo>
                  <a:pt x="95250" y="171304"/>
                  <a:pt x="87586" y="151269"/>
                  <a:pt x="87586" y="130066"/>
                </a:cubicBezTo>
                <a:lnTo>
                  <a:pt x="87586" y="118716"/>
                </a:lnTo>
                <a:cubicBezTo>
                  <a:pt x="87586" y="116052"/>
                  <a:pt x="87951" y="113424"/>
                  <a:pt x="88645" y="110943"/>
                </a:cubicBezTo>
                <a:lnTo>
                  <a:pt x="70908" y="110943"/>
                </a:lnTo>
                <a:close/>
                <a:moveTo>
                  <a:pt x="162509" y="178274"/>
                </a:moveTo>
                <a:lnTo>
                  <a:pt x="157655" y="180574"/>
                </a:lnTo>
                <a:lnTo>
                  <a:pt x="157655" y="111928"/>
                </a:lnTo>
                <a:lnTo>
                  <a:pt x="192690" y="123606"/>
                </a:lnTo>
                <a:lnTo>
                  <a:pt x="192690" y="130759"/>
                </a:lnTo>
                <a:cubicBezTo>
                  <a:pt x="192690" y="151123"/>
                  <a:pt x="180939" y="169625"/>
                  <a:pt x="162509" y="178311"/>
                </a:cubicBezTo>
                <a:close/>
                <a:moveTo>
                  <a:pt x="153969" y="94703"/>
                </a:moveTo>
                <a:lnTo>
                  <a:pt x="113096" y="108315"/>
                </a:lnTo>
                <a:cubicBezTo>
                  <a:pt x="108315" y="109921"/>
                  <a:pt x="105103" y="114373"/>
                  <a:pt x="105103" y="119409"/>
                </a:cubicBezTo>
                <a:lnTo>
                  <a:pt x="105103" y="130759"/>
                </a:lnTo>
                <a:cubicBezTo>
                  <a:pt x="105103" y="157911"/>
                  <a:pt x="120796" y="182617"/>
                  <a:pt x="145320" y="194149"/>
                </a:cubicBezTo>
                <a:lnTo>
                  <a:pt x="152072" y="197324"/>
                </a:lnTo>
                <a:cubicBezTo>
                  <a:pt x="153823" y="198127"/>
                  <a:pt x="155721" y="198565"/>
                  <a:pt x="157619" y="198565"/>
                </a:cubicBezTo>
                <a:cubicBezTo>
                  <a:pt x="159516" y="198565"/>
                  <a:pt x="161451" y="198127"/>
                  <a:pt x="163166" y="197324"/>
                </a:cubicBezTo>
                <a:lnTo>
                  <a:pt x="169917" y="194149"/>
                </a:lnTo>
                <a:cubicBezTo>
                  <a:pt x="194514" y="182581"/>
                  <a:pt x="210207" y="157874"/>
                  <a:pt x="210207" y="130722"/>
                </a:cubicBezTo>
                <a:lnTo>
                  <a:pt x="210207" y="119373"/>
                </a:lnTo>
                <a:cubicBezTo>
                  <a:pt x="210207" y="114336"/>
                  <a:pt x="206995" y="109884"/>
                  <a:pt x="202215" y="108278"/>
                </a:cubicBezTo>
                <a:lnTo>
                  <a:pt x="161341" y="94666"/>
                </a:lnTo>
                <a:cubicBezTo>
                  <a:pt x="158932" y="93863"/>
                  <a:pt x="156341" y="93863"/>
                  <a:pt x="153969" y="9466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5603" y="5169539"/>
            <a:ext cx="1107089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Capabilities Summary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2040" y="5543240"/>
            <a:ext cx="2718676" cy="822143"/>
          </a:xfrm>
          <a:custGeom>
            <a:avLst/>
            <a:gdLst/>
            <a:ahLst/>
            <a:cxnLst/>
            <a:rect l="l" t="t" r="r" b="b"/>
            <a:pathLst>
              <a:path w="2718676" h="822143">
                <a:moveTo>
                  <a:pt x="74741" y="0"/>
                </a:moveTo>
                <a:lnTo>
                  <a:pt x="2643935" y="0"/>
                </a:lnTo>
                <a:cubicBezTo>
                  <a:pt x="2685213" y="0"/>
                  <a:pt x="2718676" y="33463"/>
                  <a:pt x="2718676" y="74741"/>
                </a:cubicBezTo>
                <a:lnTo>
                  <a:pt x="2718676" y="747402"/>
                </a:lnTo>
                <a:cubicBezTo>
                  <a:pt x="2718676" y="788680"/>
                  <a:pt x="2685213" y="822143"/>
                  <a:pt x="2643935" y="822143"/>
                </a:cubicBezTo>
                <a:lnTo>
                  <a:pt x="74741" y="822143"/>
                </a:lnTo>
                <a:cubicBezTo>
                  <a:pt x="33463" y="822143"/>
                  <a:pt x="0" y="788680"/>
                  <a:pt x="0" y="747402"/>
                </a:cubicBezTo>
                <a:lnTo>
                  <a:pt x="0" y="74741"/>
                </a:lnTo>
                <a:cubicBezTo>
                  <a:pt x="0" y="33463"/>
                  <a:pt x="33463" y="0"/>
                  <a:pt x="7474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4081" y="5655350"/>
            <a:ext cx="2634593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6780" y="6029051"/>
            <a:ext cx="256919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 Modules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321756" y="5543240"/>
            <a:ext cx="2718676" cy="822143"/>
          </a:xfrm>
          <a:custGeom>
            <a:avLst/>
            <a:gdLst/>
            <a:ahLst/>
            <a:cxnLst/>
            <a:rect l="l" t="t" r="r" b="b"/>
            <a:pathLst>
              <a:path w="2718676" h="822143">
                <a:moveTo>
                  <a:pt x="74741" y="0"/>
                </a:moveTo>
                <a:lnTo>
                  <a:pt x="2643935" y="0"/>
                </a:lnTo>
                <a:cubicBezTo>
                  <a:pt x="2685213" y="0"/>
                  <a:pt x="2718676" y="33463"/>
                  <a:pt x="2718676" y="74741"/>
                </a:cubicBezTo>
                <a:lnTo>
                  <a:pt x="2718676" y="747402"/>
                </a:lnTo>
                <a:cubicBezTo>
                  <a:pt x="2718676" y="788680"/>
                  <a:pt x="2685213" y="822143"/>
                  <a:pt x="2643935" y="822143"/>
                </a:cubicBezTo>
                <a:lnTo>
                  <a:pt x="74741" y="822143"/>
                </a:lnTo>
                <a:cubicBezTo>
                  <a:pt x="33463" y="822143"/>
                  <a:pt x="0" y="788680"/>
                  <a:pt x="0" y="747402"/>
                </a:cubicBezTo>
                <a:lnTo>
                  <a:pt x="0" y="74741"/>
                </a:lnTo>
                <a:cubicBezTo>
                  <a:pt x="0" y="33463"/>
                  <a:pt x="33463" y="0"/>
                  <a:pt x="7474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63797" y="5655350"/>
            <a:ext cx="2634593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96496" y="6029051"/>
            <a:ext cx="256919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Functions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51471" y="5543240"/>
            <a:ext cx="2718676" cy="822143"/>
          </a:xfrm>
          <a:custGeom>
            <a:avLst/>
            <a:gdLst/>
            <a:ahLst/>
            <a:cxnLst/>
            <a:rect l="l" t="t" r="r" b="b"/>
            <a:pathLst>
              <a:path w="2718676" h="822143">
                <a:moveTo>
                  <a:pt x="74741" y="0"/>
                </a:moveTo>
                <a:lnTo>
                  <a:pt x="2643935" y="0"/>
                </a:lnTo>
                <a:cubicBezTo>
                  <a:pt x="2685213" y="0"/>
                  <a:pt x="2718676" y="33463"/>
                  <a:pt x="2718676" y="74741"/>
                </a:cubicBezTo>
                <a:lnTo>
                  <a:pt x="2718676" y="747402"/>
                </a:lnTo>
                <a:cubicBezTo>
                  <a:pt x="2718676" y="788680"/>
                  <a:pt x="2685213" y="822143"/>
                  <a:pt x="2643935" y="822143"/>
                </a:cubicBezTo>
                <a:lnTo>
                  <a:pt x="74741" y="822143"/>
                </a:lnTo>
                <a:cubicBezTo>
                  <a:pt x="33463" y="822143"/>
                  <a:pt x="0" y="788680"/>
                  <a:pt x="0" y="747402"/>
                </a:cubicBezTo>
                <a:lnTo>
                  <a:pt x="0" y="74741"/>
                </a:lnTo>
                <a:cubicBezTo>
                  <a:pt x="0" y="33463"/>
                  <a:pt x="33463" y="0"/>
                  <a:pt x="7474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3513" y="5655350"/>
            <a:ext cx="2634593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26211" y="6029051"/>
            <a:ext cx="256919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Role Types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81187" y="5543240"/>
            <a:ext cx="2718676" cy="822143"/>
          </a:xfrm>
          <a:custGeom>
            <a:avLst/>
            <a:gdLst/>
            <a:ahLst/>
            <a:cxnLst/>
            <a:rect l="l" t="t" r="r" b="b"/>
            <a:pathLst>
              <a:path w="2718676" h="822143">
                <a:moveTo>
                  <a:pt x="74741" y="0"/>
                </a:moveTo>
                <a:lnTo>
                  <a:pt x="2643935" y="0"/>
                </a:lnTo>
                <a:cubicBezTo>
                  <a:pt x="2685213" y="0"/>
                  <a:pt x="2718676" y="33463"/>
                  <a:pt x="2718676" y="74741"/>
                </a:cubicBezTo>
                <a:lnTo>
                  <a:pt x="2718676" y="747402"/>
                </a:lnTo>
                <a:cubicBezTo>
                  <a:pt x="2718676" y="788680"/>
                  <a:pt x="2685213" y="822143"/>
                  <a:pt x="2643935" y="822143"/>
                </a:cubicBezTo>
                <a:lnTo>
                  <a:pt x="74741" y="822143"/>
                </a:lnTo>
                <a:cubicBezTo>
                  <a:pt x="33463" y="822143"/>
                  <a:pt x="0" y="788680"/>
                  <a:pt x="0" y="747402"/>
                </a:cubicBezTo>
                <a:lnTo>
                  <a:pt x="0" y="74741"/>
                </a:lnTo>
                <a:cubicBezTo>
                  <a:pt x="0" y="33463"/>
                  <a:pt x="33463" y="0"/>
                  <a:pt x="74741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23229" y="5655350"/>
            <a:ext cx="2634593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7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55927" y="6029051"/>
            <a:ext cx="256919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 Access</a:t>
            </a:r>
            <a:endParaRPr lang="en-US" sz="1600" dirty="0"/>
          </a:p>
        </p:txBody>
      </p:sp>
      <p:sp>
        <p:nvSpPr>
          <p:cNvPr id="51" name="Rounded Rectangle 50"/>
          <p:cNvSpPr/>
          <p:nvPr/>
        </p:nvSpPr>
        <p:spPr>
          <a:xfrm>
            <a:off x="6455664" y="2066544"/>
            <a:ext cx="5541264" cy="3461004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011680"/>
            <a:ext cx="54864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37960" y="212140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39128" y="212140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940296" y="212140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223760" y="2112264"/>
            <a:ext cx="38404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hrms.metal.com/admin</a:t>
            </a:r>
          </a:p>
        </p:txBody>
      </p:sp>
      <p:pic>
        <p:nvPicPr>
          <p:cNvPr id="57" name="Picture 56" descr="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31720"/>
            <a:ext cx="5486400" cy="308610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6400800" y="2331720"/>
            <a:ext cx="5486400" cy="3086100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4635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Admin Control Panel — Live Screenshot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34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Analytics &amp; Reporting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8763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insights and data visualization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298575"/>
            <a:ext cx="5635625" cy="3435350"/>
          </a:xfrm>
          <a:custGeom>
            <a:avLst/>
            <a:gdLst/>
            <a:ahLst/>
            <a:cxnLst/>
            <a:rect l="l" t="t" r="r" b="b"/>
            <a:pathLst>
              <a:path w="5635625" h="3435350">
                <a:moveTo>
                  <a:pt x="114294" y="0"/>
                </a:moveTo>
                <a:lnTo>
                  <a:pt x="5521331" y="0"/>
                </a:lnTo>
                <a:cubicBezTo>
                  <a:pt x="5584454" y="0"/>
                  <a:pt x="5635625" y="51171"/>
                  <a:pt x="5635625" y="114294"/>
                </a:cubicBezTo>
                <a:lnTo>
                  <a:pt x="5635625" y="3321056"/>
                </a:lnTo>
                <a:cubicBezTo>
                  <a:pt x="5635625" y="3384179"/>
                  <a:pt x="5584454" y="3435350"/>
                  <a:pt x="5521331" y="3435350"/>
                </a:cubicBezTo>
                <a:lnTo>
                  <a:pt x="114294" y="3435350"/>
                </a:lnTo>
                <a:cubicBezTo>
                  <a:pt x="51171" y="3435350"/>
                  <a:pt x="0" y="3384179"/>
                  <a:pt x="0" y="33210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5463" y="14541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9775" y="1416053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Statistics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1650" y="1797053"/>
            <a:ext cx="5400675" cy="647700"/>
          </a:xfrm>
          <a:custGeom>
            <a:avLst/>
            <a:gdLst/>
            <a:ahLst/>
            <a:cxnLst/>
            <a:rect l="l" t="t" r="r" b="b"/>
            <a:pathLst>
              <a:path w="5400675" h="647700">
                <a:moveTo>
                  <a:pt x="76202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571498"/>
                </a:lnTo>
                <a:cubicBezTo>
                  <a:pt x="5400675" y="613583"/>
                  <a:pt x="5366558" y="647700"/>
                  <a:pt x="53244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5950" y="19304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1200" y="20447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1250" y="1911353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Employees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1250" y="2139953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Organization-wide headcount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650" y="2520953"/>
            <a:ext cx="5400675" cy="647700"/>
          </a:xfrm>
          <a:custGeom>
            <a:avLst/>
            <a:gdLst/>
            <a:ahLst/>
            <a:cxnLst/>
            <a:rect l="l" t="t" r="r" b="b"/>
            <a:pathLst>
              <a:path w="5400675" h="647700">
                <a:moveTo>
                  <a:pt x="76202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571498"/>
                </a:lnTo>
                <a:cubicBezTo>
                  <a:pt x="5400675" y="613583"/>
                  <a:pt x="5366558" y="647700"/>
                  <a:pt x="53244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5950" y="26543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1200" y="27686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1250" y="2635253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vs Inactive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" y="2863853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status distribution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1650" y="3244853"/>
            <a:ext cx="5400675" cy="647700"/>
          </a:xfrm>
          <a:custGeom>
            <a:avLst/>
            <a:gdLst/>
            <a:ahLst/>
            <a:cxnLst/>
            <a:rect l="l" t="t" r="r" b="b"/>
            <a:pathLst>
              <a:path w="5400675" h="647700">
                <a:moveTo>
                  <a:pt x="76202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571498"/>
                </a:lnTo>
                <a:cubicBezTo>
                  <a:pt x="5400675" y="613583"/>
                  <a:pt x="5366558" y="647700"/>
                  <a:pt x="53244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5950" y="33782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300" y="349250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1250" y="3359153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Department-wise Distribution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1250" y="3587753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Breakdown by department/project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5375" y="1298575"/>
            <a:ext cx="5635625" cy="3435350"/>
          </a:xfrm>
          <a:custGeom>
            <a:avLst/>
            <a:gdLst/>
            <a:ahLst/>
            <a:cxnLst/>
            <a:rect l="l" t="t" r="r" b="b"/>
            <a:pathLst>
              <a:path w="5635625" h="3435350">
                <a:moveTo>
                  <a:pt x="114294" y="0"/>
                </a:moveTo>
                <a:lnTo>
                  <a:pt x="5521331" y="0"/>
                </a:lnTo>
                <a:cubicBezTo>
                  <a:pt x="5584454" y="0"/>
                  <a:pt x="5635625" y="51171"/>
                  <a:pt x="5635625" y="114294"/>
                </a:cubicBezTo>
                <a:lnTo>
                  <a:pt x="5635625" y="3321056"/>
                </a:lnTo>
                <a:cubicBezTo>
                  <a:pt x="5635625" y="3384179"/>
                  <a:pt x="5584454" y="3435350"/>
                  <a:pt x="5521331" y="3435350"/>
                </a:cubicBezTo>
                <a:lnTo>
                  <a:pt x="114294" y="3435350"/>
                </a:lnTo>
                <a:cubicBezTo>
                  <a:pt x="51171" y="3435350"/>
                  <a:pt x="0" y="3384179"/>
                  <a:pt x="0" y="33210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04756" y="14541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905" y="0"/>
                </a:moveTo>
                <a:cubicBezTo>
                  <a:pt x="22771" y="0"/>
                  <a:pt x="12092" y="10678"/>
                  <a:pt x="12092" y="23812"/>
                </a:cubicBezTo>
                <a:lnTo>
                  <a:pt x="12092" y="166688"/>
                </a:lnTo>
                <a:cubicBezTo>
                  <a:pt x="12092" y="179822"/>
                  <a:pt x="22771" y="190500"/>
                  <a:pt x="35905" y="190500"/>
                </a:cubicBezTo>
                <a:lnTo>
                  <a:pt x="131155" y="190500"/>
                </a:lnTo>
                <a:cubicBezTo>
                  <a:pt x="144289" y="190500"/>
                  <a:pt x="154967" y="179822"/>
                  <a:pt x="154967" y="166688"/>
                </a:cubicBezTo>
                <a:lnTo>
                  <a:pt x="154967" y="130969"/>
                </a:lnTo>
                <a:lnTo>
                  <a:pt x="184026" y="130969"/>
                </a:lnTo>
                <a:lnTo>
                  <a:pt x="172492" y="142503"/>
                </a:lnTo>
                <a:cubicBezTo>
                  <a:pt x="168994" y="146000"/>
                  <a:pt x="168994" y="151656"/>
                  <a:pt x="172492" y="155116"/>
                </a:cubicBezTo>
                <a:cubicBezTo>
                  <a:pt x="175989" y="158576"/>
                  <a:pt x="181645" y="158614"/>
                  <a:pt x="185105" y="155116"/>
                </a:cubicBezTo>
                <a:lnTo>
                  <a:pt x="211894" y="128327"/>
                </a:lnTo>
                <a:cubicBezTo>
                  <a:pt x="215392" y="124830"/>
                  <a:pt x="215392" y="119174"/>
                  <a:pt x="211894" y="115714"/>
                </a:cubicBezTo>
                <a:lnTo>
                  <a:pt x="185105" y="88925"/>
                </a:lnTo>
                <a:cubicBezTo>
                  <a:pt x="181608" y="85427"/>
                  <a:pt x="175952" y="85427"/>
                  <a:pt x="172492" y="88925"/>
                </a:cubicBezTo>
                <a:cubicBezTo>
                  <a:pt x="169032" y="92422"/>
                  <a:pt x="168994" y="98078"/>
                  <a:pt x="172492" y="101538"/>
                </a:cubicBezTo>
                <a:lnTo>
                  <a:pt x="184026" y="113072"/>
                </a:lnTo>
                <a:lnTo>
                  <a:pt x="154967" y="113072"/>
                </a:lnTo>
                <a:lnTo>
                  <a:pt x="154967" y="63401"/>
                </a:lnTo>
                <a:cubicBezTo>
                  <a:pt x="154967" y="57076"/>
                  <a:pt x="152474" y="51011"/>
                  <a:pt x="148010" y="46546"/>
                </a:cubicBezTo>
                <a:lnTo>
                  <a:pt x="108347" y="6958"/>
                </a:lnTo>
                <a:cubicBezTo>
                  <a:pt x="103882" y="2493"/>
                  <a:pt x="97854" y="0"/>
                  <a:pt x="91529" y="0"/>
                </a:cubicBezTo>
                <a:lnTo>
                  <a:pt x="35905" y="0"/>
                </a:lnTo>
                <a:close/>
                <a:moveTo>
                  <a:pt x="133201" y="65484"/>
                </a:moveTo>
                <a:lnTo>
                  <a:pt x="98413" y="65484"/>
                </a:lnTo>
                <a:cubicBezTo>
                  <a:pt x="93464" y="65484"/>
                  <a:pt x="89483" y="61503"/>
                  <a:pt x="89483" y="56555"/>
                </a:cubicBezTo>
                <a:lnTo>
                  <a:pt x="89483" y="21766"/>
                </a:lnTo>
                <a:lnTo>
                  <a:pt x="133201" y="65484"/>
                </a:lnTo>
                <a:close/>
                <a:moveTo>
                  <a:pt x="83530" y="122039"/>
                </a:moveTo>
                <a:cubicBezTo>
                  <a:pt x="83530" y="117091"/>
                  <a:pt x="87511" y="113109"/>
                  <a:pt x="92459" y="113109"/>
                </a:cubicBezTo>
                <a:lnTo>
                  <a:pt x="131155" y="113109"/>
                </a:lnTo>
                <a:lnTo>
                  <a:pt x="131155" y="130969"/>
                </a:lnTo>
                <a:lnTo>
                  <a:pt x="92459" y="130969"/>
                </a:lnTo>
                <a:cubicBezTo>
                  <a:pt x="87511" y="130969"/>
                  <a:pt x="83530" y="126988"/>
                  <a:pt x="83530" y="122039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0975" y="1416053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Exportable Reports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11900" y="1797053"/>
            <a:ext cx="5381625" cy="647700"/>
          </a:xfrm>
          <a:custGeom>
            <a:avLst/>
            <a:gdLst/>
            <a:ahLst/>
            <a:cxnLst/>
            <a:rect l="l" t="t" r="r" b="b"/>
            <a:pathLst>
              <a:path w="5381625" h="647700">
                <a:moveTo>
                  <a:pt x="38100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571498"/>
                </a:lnTo>
                <a:cubicBezTo>
                  <a:pt x="5381625" y="613583"/>
                  <a:pt x="5347508" y="647700"/>
                  <a:pt x="5305423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11900" y="179705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80969" y="20256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97675" y="1911353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Reports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7675" y="2139953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summary in Excel format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1900" y="2520953"/>
            <a:ext cx="5381625" cy="647700"/>
          </a:xfrm>
          <a:custGeom>
            <a:avLst/>
            <a:gdLst/>
            <a:ahLst/>
            <a:cxnLst/>
            <a:rect l="l" t="t" r="r" b="b"/>
            <a:pathLst>
              <a:path w="5381625" h="647700">
                <a:moveTo>
                  <a:pt x="38100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571498"/>
                </a:lnTo>
                <a:cubicBezTo>
                  <a:pt x="5381625" y="613583"/>
                  <a:pt x="5347508" y="647700"/>
                  <a:pt x="5305423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11900" y="252095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69063" y="27495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11906"/>
                </a:moveTo>
                <a:cubicBezTo>
                  <a:pt x="107156" y="5321"/>
                  <a:pt x="101836" y="0"/>
                  <a:pt x="95250" y="0"/>
                </a:cubicBezTo>
                <a:cubicBezTo>
                  <a:pt x="88664" y="0"/>
                  <a:pt x="83344" y="5321"/>
                  <a:pt x="83344" y="11906"/>
                </a:cubicBezTo>
                <a:lnTo>
                  <a:pt x="83344" y="89297"/>
                </a:lnTo>
                <a:cubicBezTo>
                  <a:pt x="83344" y="92571"/>
                  <a:pt x="80665" y="95250"/>
                  <a:pt x="77391" y="95250"/>
                </a:cubicBezTo>
                <a:cubicBezTo>
                  <a:pt x="74116" y="95250"/>
                  <a:pt x="71438" y="92571"/>
                  <a:pt x="71438" y="89297"/>
                </a:cubicBezTo>
                <a:lnTo>
                  <a:pt x="71438" y="23812"/>
                </a:lnTo>
                <a:cubicBezTo>
                  <a:pt x="71438" y="17227"/>
                  <a:pt x="66117" y="11906"/>
                  <a:pt x="59531" y="11906"/>
                </a:cubicBezTo>
                <a:cubicBezTo>
                  <a:pt x="52946" y="11906"/>
                  <a:pt x="47625" y="17227"/>
                  <a:pt x="47625" y="23812"/>
                </a:cubicBezTo>
                <a:lnTo>
                  <a:pt x="47625" y="125016"/>
                </a:lnTo>
                <a:cubicBezTo>
                  <a:pt x="47625" y="125574"/>
                  <a:pt x="47625" y="126169"/>
                  <a:pt x="47662" y="126727"/>
                </a:cubicBezTo>
                <a:lnTo>
                  <a:pt x="25152" y="105296"/>
                </a:lnTo>
                <a:cubicBezTo>
                  <a:pt x="19199" y="99640"/>
                  <a:pt x="9785" y="99864"/>
                  <a:pt x="4093" y="105817"/>
                </a:cubicBezTo>
                <a:cubicBezTo>
                  <a:pt x="-1600" y="111770"/>
                  <a:pt x="-1339" y="121183"/>
                  <a:pt x="4614" y="126876"/>
                </a:cubicBezTo>
                <a:lnTo>
                  <a:pt x="46434" y="166688"/>
                </a:lnTo>
                <a:cubicBezTo>
                  <a:pt x="62471" y="181980"/>
                  <a:pt x="83790" y="190500"/>
                  <a:pt x="105966" y="190500"/>
                </a:cubicBezTo>
                <a:lnTo>
                  <a:pt x="113109" y="190500"/>
                </a:lnTo>
                <a:cubicBezTo>
                  <a:pt x="149275" y="190500"/>
                  <a:pt x="178594" y="161181"/>
                  <a:pt x="178594" y="125016"/>
                </a:cubicBezTo>
                <a:lnTo>
                  <a:pt x="178594" y="47625"/>
                </a:lnTo>
                <a:cubicBezTo>
                  <a:pt x="178594" y="41039"/>
                  <a:pt x="173273" y="35719"/>
                  <a:pt x="166688" y="35719"/>
                </a:cubicBezTo>
                <a:cubicBezTo>
                  <a:pt x="160102" y="35719"/>
                  <a:pt x="154781" y="41039"/>
                  <a:pt x="154781" y="47625"/>
                </a:cubicBezTo>
                <a:lnTo>
                  <a:pt x="154781" y="89297"/>
                </a:lnTo>
                <a:cubicBezTo>
                  <a:pt x="154781" y="92571"/>
                  <a:pt x="152102" y="95250"/>
                  <a:pt x="148828" y="95250"/>
                </a:cubicBezTo>
                <a:cubicBezTo>
                  <a:pt x="145554" y="95250"/>
                  <a:pt x="142875" y="92571"/>
                  <a:pt x="142875" y="89297"/>
                </a:cubicBezTo>
                <a:lnTo>
                  <a:pt x="142875" y="23812"/>
                </a:lnTo>
                <a:cubicBezTo>
                  <a:pt x="142875" y="17227"/>
                  <a:pt x="137554" y="11906"/>
                  <a:pt x="130969" y="11906"/>
                </a:cubicBezTo>
                <a:cubicBezTo>
                  <a:pt x="124383" y="11906"/>
                  <a:pt x="119063" y="17227"/>
                  <a:pt x="119063" y="23812"/>
                </a:cubicBezTo>
                <a:lnTo>
                  <a:pt x="119063" y="89297"/>
                </a:lnTo>
                <a:cubicBezTo>
                  <a:pt x="119063" y="92571"/>
                  <a:pt x="116384" y="95250"/>
                  <a:pt x="113109" y="95250"/>
                </a:cubicBezTo>
                <a:cubicBezTo>
                  <a:pt x="109835" y="95250"/>
                  <a:pt x="107156" y="92571"/>
                  <a:pt x="107156" y="89297"/>
                </a:cubicBezTo>
                <a:lnTo>
                  <a:pt x="107156" y="11906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97675" y="2635253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Hold Log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7675" y="2863853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employees with held salaries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1900" y="3244853"/>
            <a:ext cx="5381625" cy="647700"/>
          </a:xfrm>
          <a:custGeom>
            <a:avLst/>
            <a:gdLst/>
            <a:ahLst/>
            <a:cxnLst/>
            <a:rect l="l" t="t" r="r" b="b"/>
            <a:pathLst>
              <a:path w="5381625" h="647700">
                <a:moveTo>
                  <a:pt x="38100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571498"/>
                </a:lnTo>
                <a:cubicBezTo>
                  <a:pt x="5381625" y="613583"/>
                  <a:pt x="5347508" y="647700"/>
                  <a:pt x="5305423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11900" y="324485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45250" y="347345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750" y="47625"/>
                </a:moveTo>
                <a:cubicBezTo>
                  <a:pt x="50750" y="31674"/>
                  <a:pt x="59260" y="16934"/>
                  <a:pt x="73075" y="8958"/>
                </a:cubicBezTo>
                <a:cubicBezTo>
                  <a:pt x="86889" y="983"/>
                  <a:pt x="103909" y="983"/>
                  <a:pt x="117723" y="8958"/>
                </a:cubicBezTo>
                <a:cubicBezTo>
                  <a:pt x="131537" y="16934"/>
                  <a:pt x="140047" y="31674"/>
                  <a:pt x="140047" y="47625"/>
                </a:cubicBezTo>
                <a:cubicBezTo>
                  <a:pt x="140047" y="72267"/>
                  <a:pt x="120041" y="92273"/>
                  <a:pt x="95399" y="92273"/>
                </a:cubicBezTo>
                <a:cubicBezTo>
                  <a:pt x="70757" y="92273"/>
                  <a:pt x="50750" y="72267"/>
                  <a:pt x="50750" y="47625"/>
                </a:cubicBezTo>
                <a:close/>
                <a:moveTo>
                  <a:pt x="18008" y="179450"/>
                </a:moveTo>
                <a:cubicBezTo>
                  <a:pt x="18008" y="142801"/>
                  <a:pt x="47699" y="113109"/>
                  <a:pt x="84348" y="113109"/>
                </a:cubicBezTo>
                <a:lnTo>
                  <a:pt x="106449" y="113109"/>
                </a:lnTo>
                <a:cubicBezTo>
                  <a:pt x="143098" y="113109"/>
                  <a:pt x="172789" y="142801"/>
                  <a:pt x="172789" y="179450"/>
                </a:cubicBezTo>
                <a:cubicBezTo>
                  <a:pt x="172789" y="185551"/>
                  <a:pt x="167841" y="190500"/>
                  <a:pt x="1617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lose/>
                <a:moveTo>
                  <a:pt x="227819" y="46174"/>
                </a:moveTo>
                <a:cubicBezTo>
                  <a:pt x="231316" y="49671"/>
                  <a:pt x="231316" y="55327"/>
                  <a:pt x="227819" y="58787"/>
                </a:cubicBezTo>
                <a:lnTo>
                  <a:pt x="215205" y="71400"/>
                </a:lnTo>
                <a:lnTo>
                  <a:pt x="227819" y="84013"/>
                </a:lnTo>
                <a:cubicBezTo>
                  <a:pt x="231316" y="87511"/>
                  <a:pt x="231316" y="93166"/>
                  <a:pt x="227819" y="96627"/>
                </a:cubicBezTo>
                <a:cubicBezTo>
                  <a:pt x="224321" y="100087"/>
                  <a:pt x="218666" y="100124"/>
                  <a:pt x="215205" y="96627"/>
                </a:cubicBezTo>
                <a:lnTo>
                  <a:pt x="202592" y="84013"/>
                </a:lnTo>
                <a:lnTo>
                  <a:pt x="189979" y="96627"/>
                </a:lnTo>
                <a:cubicBezTo>
                  <a:pt x="186482" y="100124"/>
                  <a:pt x="180826" y="100124"/>
                  <a:pt x="177366" y="96627"/>
                </a:cubicBezTo>
                <a:cubicBezTo>
                  <a:pt x="173906" y="93129"/>
                  <a:pt x="173868" y="87474"/>
                  <a:pt x="177366" y="84013"/>
                </a:cubicBezTo>
                <a:lnTo>
                  <a:pt x="189979" y="71400"/>
                </a:lnTo>
                <a:lnTo>
                  <a:pt x="177366" y="58787"/>
                </a:lnTo>
                <a:cubicBezTo>
                  <a:pt x="173868" y="55290"/>
                  <a:pt x="173868" y="49634"/>
                  <a:pt x="177366" y="46174"/>
                </a:cubicBezTo>
                <a:cubicBezTo>
                  <a:pt x="180863" y="42714"/>
                  <a:pt x="186519" y="42676"/>
                  <a:pt x="189979" y="46174"/>
                </a:cubicBezTo>
                <a:lnTo>
                  <a:pt x="202592" y="58787"/>
                </a:lnTo>
                <a:lnTo>
                  <a:pt x="215205" y="46174"/>
                </a:lnTo>
                <a:cubicBezTo>
                  <a:pt x="218703" y="42676"/>
                  <a:pt x="224358" y="42676"/>
                  <a:pt x="227819" y="4617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97675" y="335915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Log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7675" y="3587753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resignations and terminations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1900" y="3968753"/>
            <a:ext cx="5381625" cy="647700"/>
          </a:xfrm>
          <a:custGeom>
            <a:avLst/>
            <a:gdLst/>
            <a:ahLst/>
            <a:cxnLst/>
            <a:rect l="l" t="t" r="r" b="b"/>
            <a:pathLst>
              <a:path w="5381625" h="647700">
                <a:moveTo>
                  <a:pt x="38100" y="0"/>
                </a:moveTo>
                <a:lnTo>
                  <a:pt x="5305423" y="0"/>
                </a:lnTo>
                <a:cubicBezTo>
                  <a:pt x="5347508" y="0"/>
                  <a:pt x="5381625" y="34117"/>
                  <a:pt x="5381625" y="76202"/>
                </a:cubicBezTo>
                <a:lnTo>
                  <a:pt x="5381625" y="571498"/>
                </a:lnTo>
                <a:cubicBezTo>
                  <a:pt x="5381625" y="613583"/>
                  <a:pt x="5347508" y="647700"/>
                  <a:pt x="5305423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11900" y="3968753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69063" y="4197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97675" y="4083053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Log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97675" y="4311653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transfer history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175" y="4892681"/>
            <a:ext cx="5635625" cy="1301750"/>
          </a:xfrm>
          <a:custGeom>
            <a:avLst/>
            <a:gdLst/>
            <a:ahLst/>
            <a:cxnLst/>
            <a:rect l="l" t="t" r="r" b="b"/>
            <a:pathLst>
              <a:path w="5635625" h="1301750">
                <a:moveTo>
                  <a:pt x="114294" y="0"/>
                </a:moveTo>
                <a:lnTo>
                  <a:pt x="5521331" y="0"/>
                </a:lnTo>
                <a:cubicBezTo>
                  <a:pt x="5584454" y="0"/>
                  <a:pt x="5635625" y="51171"/>
                  <a:pt x="5635625" y="114294"/>
                </a:cubicBezTo>
                <a:lnTo>
                  <a:pt x="5635625" y="1187456"/>
                </a:lnTo>
                <a:cubicBezTo>
                  <a:pt x="5635625" y="1250579"/>
                  <a:pt x="5584454" y="1301750"/>
                  <a:pt x="55213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1650" y="5010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5950" y="5124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200025"/>
                </a:move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92869"/>
                </a:lnTo>
                <a:lnTo>
                  <a:pt x="228600" y="92869"/>
                </a:lnTo>
                <a:lnTo>
                  <a:pt x="228600" y="171450"/>
                </a:lnTo>
                <a:cubicBezTo>
                  <a:pt x="228600" y="187211"/>
                  <a:pt x="215786" y="200025"/>
                  <a:pt x="200025" y="200025"/>
                </a:cubicBezTo>
                <a:close/>
                <a:moveTo>
                  <a:pt x="228600" y="71438"/>
                </a:moveTo>
                <a:lnTo>
                  <a:pt x="0" y="71438"/>
                </a:ln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90502" y="14288"/>
                </a:lnTo>
                <a:cubicBezTo>
                  <a:pt x="96664" y="14288"/>
                  <a:pt x="102691" y="16297"/>
                  <a:pt x="107647" y="20003"/>
                </a:cubicBezTo>
                <a:lnTo>
                  <a:pt x="124792" y="32861"/>
                </a:lnTo>
                <a:cubicBezTo>
                  <a:pt x="127248" y="34736"/>
                  <a:pt x="130284" y="35719"/>
                  <a:pt x="133365" y="35719"/>
                </a:cubicBezTo>
                <a:lnTo>
                  <a:pt x="200025" y="35719"/>
                </a:lnTo>
                <a:cubicBezTo>
                  <a:pt x="215786" y="35719"/>
                  <a:pt x="228600" y="48533"/>
                  <a:pt x="228600" y="64294"/>
                </a:cubicBezTo>
                <a:lnTo>
                  <a:pt x="228600" y="7143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73150" y="51054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Closing Log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1650" y="5581650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all closed employee files with separation dates, reasons, and closure status for audit compliance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5375" y="4892681"/>
            <a:ext cx="5635625" cy="1301750"/>
          </a:xfrm>
          <a:custGeom>
            <a:avLst/>
            <a:gdLst/>
            <a:ahLst/>
            <a:cxnLst/>
            <a:rect l="l" t="t" r="r" b="b"/>
            <a:pathLst>
              <a:path w="5635625" h="1301750">
                <a:moveTo>
                  <a:pt x="114294" y="0"/>
                </a:moveTo>
                <a:lnTo>
                  <a:pt x="5521331" y="0"/>
                </a:lnTo>
                <a:cubicBezTo>
                  <a:pt x="5584454" y="0"/>
                  <a:pt x="5635625" y="51171"/>
                  <a:pt x="5635625" y="114294"/>
                </a:cubicBezTo>
                <a:lnTo>
                  <a:pt x="5635625" y="1187456"/>
                </a:lnTo>
                <a:cubicBezTo>
                  <a:pt x="5635625" y="1250579"/>
                  <a:pt x="5584454" y="1301750"/>
                  <a:pt x="55213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92850" y="5010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92863" y="5124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64350" y="51054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Analytics Page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92850" y="5581650"/>
            <a:ext cx="5476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analytics and interactive charts for management insights including trends, patterns, and KPIs</a:t>
            </a:r>
            <a:endParaRPr lang="en-US" sz="1600" dirty="0"/>
          </a:p>
        </p:txBody>
      </p:sp>
      <p:sp>
        <p:nvSpPr>
          <p:cNvPr id="57" name="Rounded Rectangle 56"/>
          <p:cNvSpPr/>
          <p:nvPr/>
        </p:nvSpPr>
        <p:spPr>
          <a:xfrm>
            <a:off x="5998464" y="1883664"/>
            <a:ext cx="5998464" cy="3718179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1828800"/>
            <a:ext cx="59436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80760" y="193852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81928" y="193852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83096" y="193852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766560" y="1929384"/>
            <a:ext cx="42976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hrms.metal.com/analytics</a:t>
            </a:r>
          </a:p>
        </p:txBody>
      </p:sp>
      <p:pic>
        <p:nvPicPr>
          <p:cNvPr id="63" name="Picture 62" descr="analytics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48840"/>
            <a:ext cx="5943600" cy="3343275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5943600" y="2148840"/>
            <a:ext cx="5943600" cy="3343275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5537835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Analytics Dashboard with Charts — Live Screenshot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26480" y="1554480"/>
            <a:ext cx="2011680" cy="27432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266"/>
                </a:solidFill>
              </a:defRPr>
            </a:pPr>
            <a:r>
              <a:t>ACTUAL PROJECT SCREENSHOT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625" y="427213"/>
            <a:ext cx="460075" cy="460075"/>
          </a:xfrm>
          <a:custGeom>
            <a:avLst/>
            <a:gdLst/>
            <a:ahLst/>
            <a:cxnLst/>
            <a:rect l="l" t="t" r="r" b="b"/>
            <a:pathLst>
              <a:path w="460075" h="460075">
                <a:moveTo>
                  <a:pt x="98590" y="0"/>
                </a:moveTo>
                <a:lnTo>
                  <a:pt x="361486" y="0"/>
                </a:lnTo>
                <a:cubicBezTo>
                  <a:pt x="415935" y="0"/>
                  <a:pt x="460075" y="44140"/>
                  <a:pt x="460075" y="98590"/>
                </a:cubicBezTo>
                <a:lnTo>
                  <a:pt x="460075" y="361486"/>
                </a:lnTo>
                <a:cubicBezTo>
                  <a:pt x="460075" y="415935"/>
                  <a:pt x="415935" y="460075"/>
                  <a:pt x="361486" y="460075"/>
                </a:cubicBezTo>
                <a:lnTo>
                  <a:pt x="98590" y="460075"/>
                </a:lnTo>
                <a:cubicBezTo>
                  <a:pt x="44140" y="460075"/>
                  <a:pt x="0" y="415935"/>
                  <a:pt x="0" y="361486"/>
                </a:cubicBezTo>
                <a:lnTo>
                  <a:pt x="0" y="98590"/>
                </a:lnTo>
                <a:cubicBezTo>
                  <a:pt x="0" y="44140"/>
                  <a:pt x="44140" y="0"/>
                  <a:pt x="98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84722" y="558663"/>
            <a:ext cx="147881" cy="197175"/>
          </a:xfrm>
          <a:custGeom>
            <a:avLst/>
            <a:gdLst/>
            <a:ahLst/>
            <a:cxnLst/>
            <a:rect l="l" t="t" r="r" b="b"/>
            <a:pathLst>
              <a:path w="147881" h="197175">
                <a:moveTo>
                  <a:pt x="6162" y="24647"/>
                </a:moveTo>
                <a:cubicBezTo>
                  <a:pt x="6162" y="11053"/>
                  <a:pt x="17214" y="0"/>
                  <a:pt x="30809" y="0"/>
                </a:cubicBezTo>
                <a:lnTo>
                  <a:pt x="117073" y="0"/>
                </a:lnTo>
                <a:cubicBezTo>
                  <a:pt x="130667" y="0"/>
                  <a:pt x="141720" y="11053"/>
                  <a:pt x="141720" y="24647"/>
                </a:cubicBezTo>
                <a:lnTo>
                  <a:pt x="141720" y="172528"/>
                </a:lnTo>
                <a:cubicBezTo>
                  <a:pt x="141720" y="186123"/>
                  <a:pt x="130667" y="197175"/>
                  <a:pt x="117073" y="197175"/>
                </a:cubicBezTo>
                <a:lnTo>
                  <a:pt x="30809" y="197175"/>
                </a:lnTo>
                <a:cubicBezTo>
                  <a:pt x="17214" y="197175"/>
                  <a:pt x="6162" y="186123"/>
                  <a:pt x="6162" y="172528"/>
                </a:cubicBezTo>
                <a:lnTo>
                  <a:pt x="6162" y="24647"/>
                </a:lnTo>
                <a:close/>
                <a:moveTo>
                  <a:pt x="30809" y="24647"/>
                </a:moveTo>
                <a:lnTo>
                  <a:pt x="30809" y="141720"/>
                </a:lnTo>
                <a:lnTo>
                  <a:pt x="117073" y="141720"/>
                </a:lnTo>
                <a:lnTo>
                  <a:pt x="117073" y="24647"/>
                </a:lnTo>
                <a:lnTo>
                  <a:pt x="30809" y="24647"/>
                </a:lnTo>
                <a:close/>
                <a:moveTo>
                  <a:pt x="73941" y="181771"/>
                </a:moveTo>
                <a:cubicBezTo>
                  <a:pt x="80757" y="181771"/>
                  <a:pt x="86264" y="176264"/>
                  <a:pt x="86264" y="169447"/>
                </a:cubicBezTo>
                <a:cubicBezTo>
                  <a:pt x="86264" y="162631"/>
                  <a:pt x="80757" y="157124"/>
                  <a:pt x="73941" y="157124"/>
                </a:cubicBezTo>
                <a:cubicBezTo>
                  <a:pt x="67124" y="157124"/>
                  <a:pt x="61617" y="162631"/>
                  <a:pt x="61617" y="169447"/>
                </a:cubicBezTo>
                <a:cubicBezTo>
                  <a:pt x="61617" y="176264"/>
                  <a:pt x="67124" y="181771"/>
                  <a:pt x="73941" y="1817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0151" y="328625"/>
            <a:ext cx="3705251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0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0151" y="755838"/>
            <a:ext cx="358201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4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 for on-the-go HR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364" y="1120065"/>
            <a:ext cx="5698911" cy="4507644"/>
          </a:xfrm>
          <a:custGeom>
            <a:avLst/>
            <a:gdLst/>
            <a:ahLst/>
            <a:cxnLst/>
            <a:rect l="l" t="t" r="r" b="b"/>
            <a:pathLst>
              <a:path w="5698911" h="4507644">
                <a:moveTo>
                  <a:pt x="98582" y="0"/>
                </a:moveTo>
                <a:lnTo>
                  <a:pt x="5600329" y="0"/>
                </a:lnTo>
                <a:cubicBezTo>
                  <a:pt x="5654774" y="0"/>
                  <a:pt x="5698911" y="44137"/>
                  <a:pt x="5698911" y="98582"/>
                </a:cubicBezTo>
                <a:lnTo>
                  <a:pt x="5698911" y="4409062"/>
                </a:lnTo>
                <a:cubicBezTo>
                  <a:pt x="5698911" y="4463507"/>
                  <a:pt x="5654774" y="4507644"/>
                  <a:pt x="5600329" y="4507644"/>
                </a:cubicBezTo>
                <a:lnTo>
                  <a:pt x="98582" y="4507644"/>
                </a:lnTo>
                <a:cubicBezTo>
                  <a:pt x="44173" y="4507644"/>
                  <a:pt x="0" y="4463471"/>
                  <a:pt x="0" y="4409062"/>
                </a:cubicBezTo>
                <a:lnTo>
                  <a:pt x="0" y="98582"/>
                </a:lnTo>
                <a:cubicBezTo>
                  <a:pt x="0" y="44173"/>
                  <a:pt x="44173" y="0"/>
                  <a:pt x="9858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0199" y="1287119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86264" y="61617"/>
                </a:moveTo>
                <a:cubicBezTo>
                  <a:pt x="86264" y="54816"/>
                  <a:pt x="91786" y="49294"/>
                  <a:pt x="98588" y="49294"/>
                </a:cubicBezTo>
                <a:cubicBezTo>
                  <a:pt x="105389" y="49294"/>
                  <a:pt x="110911" y="54816"/>
                  <a:pt x="110911" y="61617"/>
                </a:cubicBezTo>
                <a:cubicBezTo>
                  <a:pt x="110911" y="68419"/>
                  <a:pt x="105389" y="73941"/>
                  <a:pt x="98588" y="73941"/>
                </a:cubicBezTo>
                <a:cubicBezTo>
                  <a:pt x="91786" y="73941"/>
                  <a:pt x="86264" y="68419"/>
                  <a:pt x="86264" y="61617"/>
                </a:cubicBezTo>
                <a:close/>
                <a:moveTo>
                  <a:pt x="83183" y="86264"/>
                </a:moveTo>
                <a:lnTo>
                  <a:pt x="101668" y="86264"/>
                </a:lnTo>
                <a:cubicBezTo>
                  <a:pt x="106790" y="86264"/>
                  <a:pt x="110911" y="90385"/>
                  <a:pt x="110911" y="95507"/>
                </a:cubicBezTo>
                <a:lnTo>
                  <a:pt x="110911" y="129396"/>
                </a:lnTo>
                <a:lnTo>
                  <a:pt x="113992" y="129396"/>
                </a:lnTo>
                <a:cubicBezTo>
                  <a:pt x="119114" y="129396"/>
                  <a:pt x="123235" y="133517"/>
                  <a:pt x="123235" y="138639"/>
                </a:cubicBezTo>
                <a:cubicBezTo>
                  <a:pt x="123235" y="143761"/>
                  <a:pt x="119114" y="147881"/>
                  <a:pt x="113992" y="147881"/>
                </a:cubicBezTo>
                <a:lnTo>
                  <a:pt x="83183" y="147881"/>
                </a:lnTo>
                <a:cubicBezTo>
                  <a:pt x="78061" y="147881"/>
                  <a:pt x="73941" y="143761"/>
                  <a:pt x="73941" y="138639"/>
                </a:cubicBezTo>
                <a:cubicBezTo>
                  <a:pt x="73941" y="133517"/>
                  <a:pt x="78061" y="129396"/>
                  <a:pt x="83183" y="129396"/>
                </a:cubicBezTo>
                <a:lnTo>
                  <a:pt x="92426" y="129396"/>
                </a:lnTo>
                <a:lnTo>
                  <a:pt x="92426" y="104749"/>
                </a:lnTo>
                <a:lnTo>
                  <a:pt x="83183" y="104749"/>
                </a:lnTo>
                <a:cubicBezTo>
                  <a:pt x="78061" y="104749"/>
                  <a:pt x="73941" y="100629"/>
                  <a:pt x="73941" y="95507"/>
                </a:cubicBezTo>
                <a:cubicBezTo>
                  <a:pt x="73941" y="90385"/>
                  <a:pt x="78061" y="86264"/>
                  <a:pt x="83183" y="8626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2022" y="1254256"/>
            <a:ext cx="5282652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Details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5553" y="1648606"/>
            <a:ext cx="5430534" cy="558663"/>
          </a:xfrm>
          <a:custGeom>
            <a:avLst/>
            <a:gdLst/>
            <a:ahLst/>
            <a:cxnLst/>
            <a:rect l="l" t="t" r="r" b="b"/>
            <a:pathLst>
              <a:path w="5430534" h="558663">
                <a:moveTo>
                  <a:pt x="65727" y="0"/>
                </a:moveTo>
                <a:lnTo>
                  <a:pt x="5364807" y="0"/>
                </a:lnTo>
                <a:cubicBezTo>
                  <a:pt x="5401107" y="0"/>
                  <a:pt x="5430534" y="29427"/>
                  <a:pt x="5430534" y="65727"/>
                </a:cubicBezTo>
                <a:lnTo>
                  <a:pt x="5430534" y="492936"/>
                </a:lnTo>
                <a:cubicBezTo>
                  <a:pt x="5430534" y="529236"/>
                  <a:pt x="5401107" y="558663"/>
                  <a:pt x="5364807" y="558663"/>
                </a:cubicBezTo>
                <a:lnTo>
                  <a:pt x="65727" y="558663"/>
                </a:lnTo>
                <a:cubicBezTo>
                  <a:pt x="29427" y="558663"/>
                  <a:pt x="0" y="529236"/>
                  <a:pt x="0" y="492936"/>
                </a:cubicBezTo>
                <a:lnTo>
                  <a:pt x="0" y="65727"/>
                </a:lnTo>
                <a:cubicBezTo>
                  <a:pt x="0" y="29451"/>
                  <a:pt x="29451" y="0"/>
                  <a:pt x="65727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4140" y="1763625"/>
            <a:ext cx="328625" cy="328625"/>
          </a:xfrm>
          <a:custGeom>
            <a:avLst/>
            <a:gdLst/>
            <a:ahLst/>
            <a:cxnLst/>
            <a:rect l="l" t="t" r="r" b="b"/>
            <a:pathLst>
              <a:path w="328625" h="328625">
                <a:moveTo>
                  <a:pt x="65725" y="0"/>
                </a:moveTo>
                <a:lnTo>
                  <a:pt x="262900" y="0"/>
                </a:lnTo>
                <a:cubicBezTo>
                  <a:pt x="299199" y="0"/>
                  <a:pt x="328625" y="29426"/>
                  <a:pt x="328625" y="65725"/>
                </a:cubicBezTo>
                <a:lnTo>
                  <a:pt x="328625" y="262900"/>
                </a:lnTo>
                <a:cubicBezTo>
                  <a:pt x="328625" y="299199"/>
                  <a:pt x="299199" y="328625"/>
                  <a:pt x="262900" y="328625"/>
                </a:cubicBezTo>
                <a:lnTo>
                  <a:pt x="65725" y="328625"/>
                </a:lnTo>
                <a:cubicBezTo>
                  <a:pt x="29426" y="328625"/>
                  <a:pt x="0" y="299199"/>
                  <a:pt x="0" y="262900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728" y="1862213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16919" y="58665"/>
                </a:moveTo>
                <a:cubicBezTo>
                  <a:pt x="20334" y="34788"/>
                  <a:pt x="40898" y="16431"/>
                  <a:pt x="65725" y="16431"/>
                </a:cubicBezTo>
                <a:cubicBezTo>
                  <a:pt x="79332" y="16431"/>
                  <a:pt x="91656" y="21951"/>
                  <a:pt x="100590" y="30860"/>
                </a:cubicBezTo>
                <a:cubicBezTo>
                  <a:pt x="100642" y="30911"/>
                  <a:pt x="100693" y="30963"/>
                  <a:pt x="100744" y="31014"/>
                </a:cubicBezTo>
                <a:lnTo>
                  <a:pt x="102695" y="32863"/>
                </a:lnTo>
                <a:lnTo>
                  <a:pt x="90398" y="32863"/>
                </a:lnTo>
                <a:cubicBezTo>
                  <a:pt x="85853" y="32863"/>
                  <a:pt x="82182" y="36534"/>
                  <a:pt x="82182" y="41078"/>
                </a:cubicBezTo>
                <a:cubicBezTo>
                  <a:pt x="82182" y="45622"/>
                  <a:pt x="85853" y="49294"/>
                  <a:pt x="90398" y="49294"/>
                </a:cubicBezTo>
                <a:lnTo>
                  <a:pt x="123260" y="49294"/>
                </a:lnTo>
                <a:cubicBezTo>
                  <a:pt x="127804" y="49294"/>
                  <a:pt x="131476" y="45622"/>
                  <a:pt x="131476" y="41078"/>
                </a:cubicBezTo>
                <a:lnTo>
                  <a:pt x="131476" y="8216"/>
                </a:lnTo>
                <a:cubicBezTo>
                  <a:pt x="131476" y="3671"/>
                  <a:pt x="127804" y="0"/>
                  <a:pt x="123260" y="0"/>
                </a:cubicBezTo>
                <a:cubicBezTo>
                  <a:pt x="118716" y="0"/>
                  <a:pt x="115045" y="3671"/>
                  <a:pt x="115045" y="8216"/>
                </a:cubicBezTo>
                <a:lnTo>
                  <a:pt x="115045" y="21925"/>
                </a:lnTo>
                <a:lnTo>
                  <a:pt x="112143" y="19178"/>
                </a:lnTo>
                <a:cubicBezTo>
                  <a:pt x="100256" y="7343"/>
                  <a:pt x="83825" y="0"/>
                  <a:pt x="65725" y="0"/>
                </a:cubicBezTo>
                <a:cubicBezTo>
                  <a:pt x="32606" y="0"/>
                  <a:pt x="5212" y="24493"/>
                  <a:pt x="668" y="56354"/>
                </a:cubicBezTo>
                <a:cubicBezTo>
                  <a:pt x="26" y="60847"/>
                  <a:pt x="3132" y="65006"/>
                  <a:pt x="7625" y="65648"/>
                </a:cubicBezTo>
                <a:cubicBezTo>
                  <a:pt x="12118" y="66290"/>
                  <a:pt x="16277" y="63158"/>
                  <a:pt x="16919" y="58690"/>
                </a:cubicBezTo>
                <a:close/>
                <a:moveTo>
                  <a:pt x="130783" y="75096"/>
                </a:moveTo>
                <a:cubicBezTo>
                  <a:pt x="131424" y="70603"/>
                  <a:pt x="128292" y="66444"/>
                  <a:pt x="123825" y="65802"/>
                </a:cubicBezTo>
                <a:cubicBezTo>
                  <a:pt x="119358" y="65160"/>
                  <a:pt x="115173" y="68292"/>
                  <a:pt x="114531" y="72760"/>
                </a:cubicBezTo>
                <a:cubicBezTo>
                  <a:pt x="111116" y="96636"/>
                  <a:pt x="90552" y="114993"/>
                  <a:pt x="65725" y="114993"/>
                </a:cubicBezTo>
                <a:cubicBezTo>
                  <a:pt x="52118" y="114993"/>
                  <a:pt x="39794" y="109473"/>
                  <a:pt x="30860" y="100564"/>
                </a:cubicBezTo>
                <a:cubicBezTo>
                  <a:pt x="30809" y="100513"/>
                  <a:pt x="30757" y="100462"/>
                  <a:pt x="30706" y="100410"/>
                </a:cubicBezTo>
                <a:lnTo>
                  <a:pt x="28755" y="98562"/>
                </a:lnTo>
                <a:lnTo>
                  <a:pt x="41052" y="98562"/>
                </a:lnTo>
                <a:cubicBezTo>
                  <a:pt x="45597" y="98562"/>
                  <a:pt x="49268" y="94891"/>
                  <a:pt x="49268" y="90346"/>
                </a:cubicBezTo>
                <a:cubicBezTo>
                  <a:pt x="49268" y="85802"/>
                  <a:pt x="45597" y="82131"/>
                  <a:pt x="41052" y="82131"/>
                </a:cubicBezTo>
                <a:lnTo>
                  <a:pt x="8216" y="82156"/>
                </a:lnTo>
                <a:cubicBezTo>
                  <a:pt x="6033" y="82156"/>
                  <a:pt x="3928" y="83029"/>
                  <a:pt x="2388" y="84595"/>
                </a:cubicBezTo>
                <a:cubicBezTo>
                  <a:pt x="847" y="86161"/>
                  <a:pt x="-26" y="88241"/>
                  <a:pt x="0" y="90449"/>
                </a:cubicBezTo>
                <a:lnTo>
                  <a:pt x="257" y="123055"/>
                </a:lnTo>
                <a:cubicBezTo>
                  <a:pt x="282" y="127599"/>
                  <a:pt x="4005" y="131245"/>
                  <a:pt x="8549" y="131193"/>
                </a:cubicBezTo>
                <a:cubicBezTo>
                  <a:pt x="13094" y="131142"/>
                  <a:pt x="16739" y="127445"/>
                  <a:pt x="16688" y="122901"/>
                </a:cubicBezTo>
                <a:lnTo>
                  <a:pt x="16585" y="109679"/>
                </a:lnTo>
                <a:lnTo>
                  <a:pt x="19332" y="112272"/>
                </a:lnTo>
                <a:cubicBezTo>
                  <a:pt x="31219" y="124107"/>
                  <a:pt x="47625" y="131450"/>
                  <a:pt x="65725" y="131450"/>
                </a:cubicBezTo>
                <a:cubicBezTo>
                  <a:pt x="98844" y="131450"/>
                  <a:pt x="126238" y="106957"/>
                  <a:pt x="130783" y="7509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1353" y="1747194"/>
            <a:ext cx="1807439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1353" y="1944369"/>
            <a:ext cx="1799224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(via Capacitor framework)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553" y="2305857"/>
            <a:ext cx="5430534" cy="558663"/>
          </a:xfrm>
          <a:custGeom>
            <a:avLst/>
            <a:gdLst/>
            <a:ahLst/>
            <a:cxnLst/>
            <a:rect l="l" t="t" r="r" b="b"/>
            <a:pathLst>
              <a:path w="5430534" h="558663">
                <a:moveTo>
                  <a:pt x="65727" y="0"/>
                </a:moveTo>
                <a:lnTo>
                  <a:pt x="5364807" y="0"/>
                </a:lnTo>
                <a:cubicBezTo>
                  <a:pt x="5401107" y="0"/>
                  <a:pt x="5430534" y="29427"/>
                  <a:pt x="5430534" y="65727"/>
                </a:cubicBezTo>
                <a:lnTo>
                  <a:pt x="5430534" y="492936"/>
                </a:lnTo>
                <a:cubicBezTo>
                  <a:pt x="5430534" y="529236"/>
                  <a:pt x="5401107" y="558663"/>
                  <a:pt x="5364807" y="558663"/>
                </a:cubicBezTo>
                <a:lnTo>
                  <a:pt x="65727" y="558663"/>
                </a:lnTo>
                <a:cubicBezTo>
                  <a:pt x="29427" y="558663"/>
                  <a:pt x="0" y="529236"/>
                  <a:pt x="0" y="492936"/>
                </a:cubicBezTo>
                <a:lnTo>
                  <a:pt x="0" y="65727"/>
                </a:lnTo>
                <a:cubicBezTo>
                  <a:pt x="0" y="29451"/>
                  <a:pt x="29451" y="0"/>
                  <a:pt x="65727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4140" y="2420876"/>
            <a:ext cx="328625" cy="328625"/>
          </a:xfrm>
          <a:custGeom>
            <a:avLst/>
            <a:gdLst/>
            <a:ahLst/>
            <a:cxnLst/>
            <a:rect l="l" t="t" r="r" b="b"/>
            <a:pathLst>
              <a:path w="328625" h="328625">
                <a:moveTo>
                  <a:pt x="65725" y="0"/>
                </a:moveTo>
                <a:lnTo>
                  <a:pt x="262900" y="0"/>
                </a:lnTo>
                <a:cubicBezTo>
                  <a:pt x="299199" y="0"/>
                  <a:pt x="328625" y="29426"/>
                  <a:pt x="328625" y="65725"/>
                </a:cubicBezTo>
                <a:lnTo>
                  <a:pt x="328625" y="262900"/>
                </a:lnTo>
                <a:cubicBezTo>
                  <a:pt x="328625" y="299199"/>
                  <a:pt x="299199" y="328625"/>
                  <a:pt x="262900" y="328625"/>
                </a:cubicBezTo>
                <a:lnTo>
                  <a:pt x="65725" y="328625"/>
                </a:lnTo>
                <a:cubicBezTo>
                  <a:pt x="29426" y="328625"/>
                  <a:pt x="0" y="299199"/>
                  <a:pt x="0" y="262900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728" y="2519464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12323" y="65725"/>
                </a:moveTo>
                <a:cubicBezTo>
                  <a:pt x="12323" y="36226"/>
                  <a:pt x="36226" y="12323"/>
                  <a:pt x="65725" y="12323"/>
                </a:cubicBezTo>
                <a:cubicBezTo>
                  <a:pt x="81925" y="12323"/>
                  <a:pt x="96431" y="19538"/>
                  <a:pt x="106238" y="30937"/>
                </a:cubicBezTo>
                <a:cubicBezTo>
                  <a:pt x="108446" y="33530"/>
                  <a:pt x="112349" y="33812"/>
                  <a:pt x="114916" y="31605"/>
                </a:cubicBezTo>
                <a:cubicBezTo>
                  <a:pt x="117484" y="29397"/>
                  <a:pt x="117792" y="25494"/>
                  <a:pt x="115584" y="22927"/>
                </a:cubicBezTo>
                <a:cubicBezTo>
                  <a:pt x="103543" y="8883"/>
                  <a:pt x="85674" y="0"/>
                  <a:pt x="65725" y="0"/>
                </a:cubicBezTo>
                <a:cubicBezTo>
                  <a:pt x="29422" y="0"/>
                  <a:pt x="0" y="29422"/>
                  <a:pt x="0" y="65725"/>
                </a:cubicBezTo>
                <a:lnTo>
                  <a:pt x="0" y="75995"/>
                </a:lnTo>
                <a:cubicBezTo>
                  <a:pt x="0" y="79409"/>
                  <a:pt x="2747" y="82156"/>
                  <a:pt x="6162" y="82156"/>
                </a:cubicBezTo>
                <a:cubicBezTo>
                  <a:pt x="9576" y="82156"/>
                  <a:pt x="12323" y="79409"/>
                  <a:pt x="12323" y="75995"/>
                </a:cubicBezTo>
                <a:lnTo>
                  <a:pt x="12323" y="65725"/>
                </a:lnTo>
                <a:close/>
                <a:moveTo>
                  <a:pt x="130038" y="52144"/>
                </a:moveTo>
                <a:cubicBezTo>
                  <a:pt x="129345" y="48806"/>
                  <a:pt x="126059" y="46675"/>
                  <a:pt x="122747" y="47394"/>
                </a:cubicBezTo>
                <a:cubicBezTo>
                  <a:pt x="119435" y="48113"/>
                  <a:pt x="117278" y="51373"/>
                  <a:pt x="117997" y="54685"/>
                </a:cubicBezTo>
                <a:cubicBezTo>
                  <a:pt x="118742" y="58254"/>
                  <a:pt x="119152" y="61951"/>
                  <a:pt x="119152" y="65751"/>
                </a:cubicBezTo>
                <a:lnTo>
                  <a:pt x="119152" y="76020"/>
                </a:lnTo>
                <a:cubicBezTo>
                  <a:pt x="119152" y="79435"/>
                  <a:pt x="121899" y="82182"/>
                  <a:pt x="125314" y="82182"/>
                </a:cubicBezTo>
                <a:cubicBezTo>
                  <a:pt x="128729" y="82182"/>
                  <a:pt x="131476" y="79435"/>
                  <a:pt x="131476" y="76020"/>
                </a:cubicBezTo>
                <a:lnTo>
                  <a:pt x="131476" y="65751"/>
                </a:lnTo>
                <a:cubicBezTo>
                  <a:pt x="131476" y="61104"/>
                  <a:pt x="130988" y="56560"/>
                  <a:pt x="130064" y="52169"/>
                </a:cubicBezTo>
                <a:close/>
                <a:moveTo>
                  <a:pt x="65725" y="20539"/>
                </a:moveTo>
                <a:cubicBezTo>
                  <a:pt x="60847" y="20539"/>
                  <a:pt x="56123" y="21309"/>
                  <a:pt x="51733" y="22747"/>
                </a:cubicBezTo>
                <a:cubicBezTo>
                  <a:pt x="47830" y="24031"/>
                  <a:pt x="46932" y="28832"/>
                  <a:pt x="49602" y="31964"/>
                </a:cubicBezTo>
                <a:cubicBezTo>
                  <a:pt x="51425" y="34095"/>
                  <a:pt x="54429" y="34737"/>
                  <a:pt x="57150" y="33992"/>
                </a:cubicBezTo>
                <a:cubicBezTo>
                  <a:pt x="59871" y="33248"/>
                  <a:pt x="62747" y="32863"/>
                  <a:pt x="65725" y="32863"/>
                </a:cubicBezTo>
                <a:cubicBezTo>
                  <a:pt x="83876" y="32863"/>
                  <a:pt x="98588" y="47574"/>
                  <a:pt x="98588" y="65725"/>
                </a:cubicBezTo>
                <a:lnTo>
                  <a:pt x="98588" y="72118"/>
                </a:lnTo>
                <a:cubicBezTo>
                  <a:pt x="98588" y="78588"/>
                  <a:pt x="98202" y="85032"/>
                  <a:pt x="97458" y="91450"/>
                </a:cubicBezTo>
                <a:cubicBezTo>
                  <a:pt x="97021" y="95199"/>
                  <a:pt x="99871" y="98588"/>
                  <a:pt x="103671" y="98588"/>
                </a:cubicBezTo>
                <a:cubicBezTo>
                  <a:pt x="106701" y="98588"/>
                  <a:pt x="109294" y="96380"/>
                  <a:pt x="109653" y="93376"/>
                </a:cubicBezTo>
                <a:cubicBezTo>
                  <a:pt x="110500" y="86341"/>
                  <a:pt x="110937" y="79255"/>
                  <a:pt x="110937" y="72144"/>
                </a:cubicBezTo>
                <a:lnTo>
                  <a:pt x="110937" y="65751"/>
                </a:lnTo>
                <a:cubicBezTo>
                  <a:pt x="110937" y="40796"/>
                  <a:pt x="90706" y="20565"/>
                  <a:pt x="65751" y="20565"/>
                </a:cubicBezTo>
                <a:close/>
                <a:moveTo>
                  <a:pt x="38690" y="38177"/>
                </a:moveTo>
                <a:cubicBezTo>
                  <a:pt x="36354" y="35456"/>
                  <a:pt x="32195" y="35250"/>
                  <a:pt x="29987" y="38074"/>
                </a:cubicBezTo>
                <a:cubicBezTo>
                  <a:pt x="24056" y="45725"/>
                  <a:pt x="20539" y="55301"/>
                  <a:pt x="20539" y="65725"/>
                </a:cubicBezTo>
                <a:lnTo>
                  <a:pt x="20539" y="72118"/>
                </a:lnTo>
                <a:cubicBezTo>
                  <a:pt x="20539" y="78331"/>
                  <a:pt x="19872" y="84544"/>
                  <a:pt x="18537" y="90577"/>
                </a:cubicBezTo>
                <a:cubicBezTo>
                  <a:pt x="17664" y="94582"/>
                  <a:pt x="20565" y="98562"/>
                  <a:pt x="24673" y="98562"/>
                </a:cubicBezTo>
                <a:cubicBezTo>
                  <a:pt x="27368" y="98562"/>
                  <a:pt x="29782" y="96765"/>
                  <a:pt x="30372" y="94120"/>
                </a:cubicBezTo>
                <a:cubicBezTo>
                  <a:pt x="32015" y="86906"/>
                  <a:pt x="32863" y="79538"/>
                  <a:pt x="32863" y="72092"/>
                </a:cubicBezTo>
                <a:lnTo>
                  <a:pt x="32863" y="65699"/>
                </a:lnTo>
                <a:cubicBezTo>
                  <a:pt x="32863" y="58716"/>
                  <a:pt x="35045" y="52246"/>
                  <a:pt x="38742" y="46932"/>
                </a:cubicBezTo>
                <a:cubicBezTo>
                  <a:pt x="40590" y="44262"/>
                  <a:pt x="40796" y="40616"/>
                  <a:pt x="38690" y="38151"/>
                </a:cubicBezTo>
                <a:close/>
                <a:moveTo>
                  <a:pt x="65725" y="41078"/>
                </a:moveTo>
                <a:cubicBezTo>
                  <a:pt x="52118" y="41078"/>
                  <a:pt x="41078" y="52118"/>
                  <a:pt x="41078" y="65725"/>
                </a:cubicBezTo>
                <a:lnTo>
                  <a:pt x="41078" y="72118"/>
                </a:lnTo>
                <a:cubicBezTo>
                  <a:pt x="41078" y="81335"/>
                  <a:pt x="39897" y="90475"/>
                  <a:pt x="37535" y="99358"/>
                </a:cubicBezTo>
                <a:cubicBezTo>
                  <a:pt x="36560" y="103029"/>
                  <a:pt x="39255" y="106803"/>
                  <a:pt x="43055" y="106803"/>
                </a:cubicBezTo>
                <a:cubicBezTo>
                  <a:pt x="45494" y="106803"/>
                  <a:pt x="47651" y="105211"/>
                  <a:pt x="48293" y="102849"/>
                </a:cubicBezTo>
                <a:cubicBezTo>
                  <a:pt x="50988" y="92837"/>
                  <a:pt x="52375" y="82516"/>
                  <a:pt x="52375" y="72118"/>
                </a:cubicBezTo>
                <a:lnTo>
                  <a:pt x="52375" y="65725"/>
                </a:lnTo>
                <a:cubicBezTo>
                  <a:pt x="52375" y="58357"/>
                  <a:pt x="58357" y="52375"/>
                  <a:pt x="65725" y="52375"/>
                </a:cubicBezTo>
                <a:cubicBezTo>
                  <a:pt x="73093" y="52375"/>
                  <a:pt x="79075" y="58357"/>
                  <a:pt x="79075" y="65725"/>
                </a:cubicBezTo>
                <a:lnTo>
                  <a:pt x="79075" y="72118"/>
                </a:lnTo>
                <a:cubicBezTo>
                  <a:pt x="79075" y="81437"/>
                  <a:pt x="78177" y="90706"/>
                  <a:pt x="76405" y="99820"/>
                </a:cubicBezTo>
                <a:cubicBezTo>
                  <a:pt x="75712" y="103389"/>
                  <a:pt x="78382" y="106803"/>
                  <a:pt x="82002" y="106803"/>
                </a:cubicBezTo>
                <a:cubicBezTo>
                  <a:pt x="84621" y="106803"/>
                  <a:pt x="86880" y="105006"/>
                  <a:pt x="87394" y="102439"/>
                </a:cubicBezTo>
                <a:cubicBezTo>
                  <a:pt x="89371" y="92477"/>
                  <a:pt x="90372" y="82336"/>
                  <a:pt x="90372" y="72118"/>
                </a:cubicBezTo>
                <a:lnTo>
                  <a:pt x="90372" y="65725"/>
                </a:lnTo>
                <a:cubicBezTo>
                  <a:pt x="90372" y="52118"/>
                  <a:pt x="79332" y="41078"/>
                  <a:pt x="65725" y="41078"/>
                </a:cubicBezTo>
                <a:close/>
                <a:moveTo>
                  <a:pt x="71887" y="65725"/>
                </a:moveTo>
                <a:cubicBezTo>
                  <a:pt x="71887" y="62310"/>
                  <a:pt x="69140" y="59563"/>
                  <a:pt x="65725" y="59563"/>
                </a:cubicBezTo>
                <a:cubicBezTo>
                  <a:pt x="62310" y="59563"/>
                  <a:pt x="59563" y="62310"/>
                  <a:pt x="59563" y="65725"/>
                </a:cubicBezTo>
                <a:lnTo>
                  <a:pt x="59563" y="72118"/>
                </a:lnTo>
                <a:cubicBezTo>
                  <a:pt x="59563" y="87496"/>
                  <a:pt x="56739" y="102747"/>
                  <a:pt x="51219" y="117098"/>
                </a:cubicBezTo>
                <a:lnTo>
                  <a:pt x="49705" y="121027"/>
                </a:lnTo>
                <a:cubicBezTo>
                  <a:pt x="48472" y="124210"/>
                  <a:pt x="50064" y="127779"/>
                  <a:pt x="53248" y="128985"/>
                </a:cubicBezTo>
                <a:cubicBezTo>
                  <a:pt x="56431" y="130192"/>
                  <a:pt x="60000" y="128626"/>
                  <a:pt x="61206" y="125442"/>
                </a:cubicBezTo>
                <a:lnTo>
                  <a:pt x="62721" y="121514"/>
                </a:lnTo>
                <a:cubicBezTo>
                  <a:pt x="68780" y="105751"/>
                  <a:pt x="71887" y="89011"/>
                  <a:pt x="71887" y="72118"/>
                </a:cubicBezTo>
                <a:lnTo>
                  <a:pt x="71887" y="65725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1353" y="2404445"/>
            <a:ext cx="95301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353" y="2601620"/>
            <a:ext cx="944798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com.metal.hrms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5553" y="2963108"/>
            <a:ext cx="5430534" cy="558663"/>
          </a:xfrm>
          <a:custGeom>
            <a:avLst/>
            <a:gdLst/>
            <a:ahLst/>
            <a:cxnLst/>
            <a:rect l="l" t="t" r="r" b="b"/>
            <a:pathLst>
              <a:path w="5430534" h="558663">
                <a:moveTo>
                  <a:pt x="65727" y="0"/>
                </a:moveTo>
                <a:lnTo>
                  <a:pt x="5364807" y="0"/>
                </a:lnTo>
                <a:cubicBezTo>
                  <a:pt x="5401107" y="0"/>
                  <a:pt x="5430534" y="29427"/>
                  <a:pt x="5430534" y="65727"/>
                </a:cubicBezTo>
                <a:lnTo>
                  <a:pt x="5430534" y="492936"/>
                </a:lnTo>
                <a:cubicBezTo>
                  <a:pt x="5430534" y="529236"/>
                  <a:pt x="5401107" y="558663"/>
                  <a:pt x="5364807" y="558663"/>
                </a:cubicBezTo>
                <a:lnTo>
                  <a:pt x="65727" y="558663"/>
                </a:lnTo>
                <a:cubicBezTo>
                  <a:pt x="29427" y="558663"/>
                  <a:pt x="0" y="529236"/>
                  <a:pt x="0" y="492936"/>
                </a:cubicBezTo>
                <a:lnTo>
                  <a:pt x="0" y="65727"/>
                </a:lnTo>
                <a:cubicBezTo>
                  <a:pt x="0" y="29451"/>
                  <a:pt x="29451" y="0"/>
                  <a:pt x="65727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4140" y="3078127"/>
            <a:ext cx="328625" cy="328625"/>
          </a:xfrm>
          <a:custGeom>
            <a:avLst/>
            <a:gdLst/>
            <a:ahLst/>
            <a:cxnLst/>
            <a:rect l="l" t="t" r="r" b="b"/>
            <a:pathLst>
              <a:path w="328625" h="328625">
                <a:moveTo>
                  <a:pt x="65725" y="0"/>
                </a:moveTo>
                <a:lnTo>
                  <a:pt x="262900" y="0"/>
                </a:lnTo>
                <a:cubicBezTo>
                  <a:pt x="299199" y="0"/>
                  <a:pt x="328625" y="29426"/>
                  <a:pt x="328625" y="65725"/>
                </a:cubicBezTo>
                <a:lnTo>
                  <a:pt x="328625" y="262900"/>
                </a:lnTo>
                <a:cubicBezTo>
                  <a:pt x="328625" y="299199"/>
                  <a:pt x="299199" y="328625"/>
                  <a:pt x="262900" y="328625"/>
                </a:cubicBezTo>
                <a:lnTo>
                  <a:pt x="65725" y="328625"/>
                </a:lnTo>
                <a:cubicBezTo>
                  <a:pt x="29426" y="328625"/>
                  <a:pt x="0" y="299199"/>
                  <a:pt x="0" y="262900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2728" y="3176714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32863" y="82156"/>
                </a:moveTo>
                <a:lnTo>
                  <a:pt x="6290" y="82156"/>
                </a:lnTo>
                <a:cubicBezTo>
                  <a:pt x="-103" y="82156"/>
                  <a:pt x="-4031" y="75199"/>
                  <a:pt x="-745" y="69705"/>
                </a:cubicBezTo>
                <a:lnTo>
                  <a:pt x="12837" y="47060"/>
                </a:lnTo>
                <a:cubicBezTo>
                  <a:pt x="15071" y="43337"/>
                  <a:pt x="19076" y="41078"/>
                  <a:pt x="23415" y="41078"/>
                </a:cubicBezTo>
                <a:lnTo>
                  <a:pt x="47805" y="41078"/>
                </a:lnTo>
                <a:cubicBezTo>
                  <a:pt x="67343" y="7985"/>
                  <a:pt x="96482" y="6316"/>
                  <a:pt x="115969" y="9166"/>
                </a:cubicBezTo>
                <a:cubicBezTo>
                  <a:pt x="119255" y="9653"/>
                  <a:pt x="121822" y="12221"/>
                  <a:pt x="122285" y="15481"/>
                </a:cubicBezTo>
                <a:cubicBezTo>
                  <a:pt x="125134" y="34968"/>
                  <a:pt x="123466" y="64108"/>
                  <a:pt x="90372" y="83645"/>
                </a:cubicBezTo>
                <a:lnTo>
                  <a:pt x="90372" y="108036"/>
                </a:lnTo>
                <a:cubicBezTo>
                  <a:pt x="90372" y="112374"/>
                  <a:pt x="88113" y="116380"/>
                  <a:pt x="84390" y="118613"/>
                </a:cubicBezTo>
                <a:lnTo>
                  <a:pt x="61746" y="132195"/>
                </a:lnTo>
                <a:cubicBezTo>
                  <a:pt x="56277" y="135481"/>
                  <a:pt x="49294" y="131527"/>
                  <a:pt x="49294" y="125160"/>
                </a:cubicBezTo>
                <a:lnTo>
                  <a:pt x="49294" y="98588"/>
                </a:lnTo>
                <a:cubicBezTo>
                  <a:pt x="49294" y="89525"/>
                  <a:pt x="41925" y="82156"/>
                  <a:pt x="32863" y="82156"/>
                </a:cubicBezTo>
                <a:lnTo>
                  <a:pt x="32837" y="82156"/>
                </a:lnTo>
                <a:close/>
                <a:moveTo>
                  <a:pt x="102695" y="41078"/>
                </a:moveTo>
                <a:cubicBezTo>
                  <a:pt x="102695" y="34277"/>
                  <a:pt x="97173" y="28755"/>
                  <a:pt x="90372" y="28755"/>
                </a:cubicBezTo>
                <a:cubicBezTo>
                  <a:pt x="83570" y="28755"/>
                  <a:pt x="78049" y="34277"/>
                  <a:pt x="78049" y="41078"/>
                </a:cubicBezTo>
                <a:cubicBezTo>
                  <a:pt x="78049" y="47880"/>
                  <a:pt x="83570" y="53402"/>
                  <a:pt x="90372" y="53402"/>
                </a:cubicBezTo>
                <a:cubicBezTo>
                  <a:pt x="97173" y="53402"/>
                  <a:pt x="102695" y="47880"/>
                  <a:pt x="102695" y="41078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1353" y="3061695"/>
            <a:ext cx="197996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1353" y="3258871"/>
            <a:ext cx="1971752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and deployed via Android Studio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6261" y="1120065"/>
            <a:ext cx="5698911" cy="4507644"/>
          </a:xfrm>
          <a:custGeom>
            <a:avLst/>
            <a:gdLst/>
            <a:ahLst/>
            <a:cxnLst/>
            <a:rect l="l" t="t" r="r" b="b"/>
            <a:pathLst>
              <a:path w="5698911" h="4507644">
                <a:moveTo>
                  <a:pt x="98582" y="0"/>
                </a:moveTo>
                <a:lnTo>
                  <a:pt x="5600329" y="0"/>
                </a:lnTo>
                <a:cubicBezTo>
                  <a:pt x="5654774" y="0"/>
                  <a:pt x="5698911" y="44137"/>
                  <a:pt x="5698911" y="98582"/>
                </a:cubicBezTo>
                <a:lnTo>
                  <a:pt x="5698911" y="4409062"/>
                </a:lnTo>
                <a:cubicBezTo>
                  <a:pt x="5698911" y="4463507"/>
                  <a:pt x="5654774" y="4507644"/>
                  <a:pt x="5600329" y="4507644"/>
                </a:cubicBezTo>
                <a:lnTo>
                  <a:pt x="98582" y="4507644"/>
                </a:lnTo>
                <a:cubicBezTo>
                  <a:pt x="44173" y="4507644"/>
                  <a:pt x="0" y="4463471"/>
                  <a:pt x="0" y="4409062"/>
                </a:cubicBezTo>
                <a:lnTo>
                  <a:pt x="0" y="98582"/>
                </a:lnTo>
                <a:cubicBezTo>
                  <a:pt x="0" y="44173"/>
                  <a:pt x="44173" y="0"/>
                  <a:pt x="98582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49743" y="1287119"/>
            <a:ext cx="147881" cy="197175"/>
          </a:xfrm>
          <a:custGeom>
            <a:avLst/>
            <a:gdLst/>
            <a:ahLst/>
            <a:cxnLst/>
            <a:rect l="l" t="t" r="r" b="b"/>
            <a:pathLst>
              <a:path w="147881" h="197175">
                <a:moveTo>
                  <a:pt x="30809" y="0"/>
                </a:moveTo>
                <a:cubicBezTo>
                  <a:pt x="17214" y="0"/>
                  <a:pt x="6162" y="11053"/>
                  <a:pt x="6162" y="24647"/>
                </a:cubicBezTo>
                <a:lnTo>
                  <a:pt x="6162" y="172528"/>
                </a:lnTo>
                <a:cubicBezTo>
                  <a:pt x="6162" y="186123"/>
                  <a:pt x="17214" y="197175"/>
                  <a:pt x="30809" y="197175"/>
                </a:cubicBezTo>
                <a:lnTo>
                  <a:pt x="117073" y="197175"/>
                </a:lnTo>
                <a:cubicBezTo>
                  <a:pt x="130667" y="197175"/>
                  <a:pt x="141720" y="186123"/>
                  <a:pt x="141720" y="172528"/>
                </a:cubicBezTo>
                <a:lnTo>
                  <a:pt x="141720" y="24647"/>
                </a:lnTo>
                <a:cubicBezTo>
                  <a:pt x="141720" y="11053"/>
                  <a:pt x="130667" y="0"/>
                  <a:pt x="117073" y="0"/>
                </a:cubicBezTo>
                <a:lnTo>
                  <a:pt x="30809" y="0"/>
                </a:lnTo>
                <a:close/>
                <a:moveTo>
                  <a:pt x="58536" y="160205"/>
                </a:moveTo>
                <a:lnTo>
                  <a:pt x="89345" y="160205"/>
                </a:lnTo>
                <a:cubicBezTo>
                  <a:pt x="94467" y="160205"/>
                  <a:pt x="98588" y="164326"/>
                  <a:pt x="98588" y="169447"/>
                </a:cubicBezTo>
                <a:cubicBezTo>
                  <a:pt x="98588" y="174569"/>
                  <a:pt x="94467" y="178690"/>
                  <a:pt x="89345" y="178690"/>
                </a:cubicBezTo>
                <a:lnTo>
                  <a:pt x="58536" y="178690"/>
                </a:lnTo>
                <a:cubicBezTo>
                  <a:pt x="53414" y="178690"/>
                  <a:pt x="49294" y="174569"/>
                  <a:pt x="49294" y="169447"/>
                </a:cubicBezTo>
                <a:cubicBezTo>
                  <a:pt x="49294" y="164326"/>
                  <a:pt x="53414" y="160205"/>
                  <a:pt x="58536" y="160205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46919" y="1254256"/>
            <a:ext cx="5282652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Features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0450" y="1648606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82606" y="1747194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29075" y="1714332"/>
            <a:ext cx="1552755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Mobile-Optimized Login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075" y="1911507"/>
            <a:ext cx="1544539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Touch-friendly authentication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0450" y="2207270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82606" y="2305857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075" y="2272995"/>
            <a:ext cx="1807439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Dashboard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075" y="2470170"/>
            <a:ext cx="1799224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actions and status overview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0450" y="2765933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82606" y="2864520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9075" y="2831658"/>
            <a:ext cx="1807439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Attendance with Selfie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29075" y="3028833"/>
            <a:ext cx="1799224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Check-in/out with location &amp; photo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0450" y="3324596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82606" y="3423183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075" y="3390321"/>
            <a:ext cx="1347364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Application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9075" y="3587496"/>
            <a:ext cx="1339148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for leave on-the-go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0450" y="3883259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82606" y="3981846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29075" y="3948984"/>
            <a:ext cx="157740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History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29075" y="4146159"/>
            <a:ext cx="1569186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past attendance records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0450" y="4441922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382606" y="4540509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29075" y="4507647"/>
            <a:ext cx="1478814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Balances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29075" y="4704822"/>
            <a:ext cx="1470598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balance checking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00450" y="5000585"/>
            <a:ext cx="5430534" cy="492938"/>
          </a:xfrm>
          <a:custGeom>
            <a:avLst/>
            <a:gdLst/>
            <a:ahLst/>
            <a:cxnLst/>
            <a:rect l="l" t="t" r="r" b="b"/>
            <a:pathLst>
              <a:path w="5430534" h="492938">
                <a:moveTo>
                  <a:pt x="65723" y="0"/>
                </a:moveTo>
                <a:lnTo>
                  <a:pt x="5364810" y="0"/>
                </a:lnTo>
                <a:cubicBezTo>
                  <a:pt x="5401108" y="0"/>
                  <a:pt x="5430534" y="29425"/>
                  <a:pt x="5430534" y="65723"/>
                </a:cubicBezTo>
                <a:lnTo>
                  <a:pt x="5430534" y="427215"/>
                </a:lnTo>
                <a:cubicBezTo>
                  <a:pt x="5430534" y="463513"/>
                  <a:pt x="5401108" y="492938"/>
                  <a:pt x="5364810" y="492938"/>
                </a:cubicBezTo>
                <a:lnTo>
                  <a:pt x="65723" y="492938"/>
                </a:lnTo>
                <a:cubicBezTo>
                  <a:pt x="29450" y="492938"/>
                  <a:pt x="0" y="463488"/>
                  <a:pt x="0" y="427215"/>
                </a:cubicBezTo>
                <a:lnTo>
                  <a:pt x="0" y="65723"/>
                </a:lnTo>
                <a:cubicBezTo>
                  <a:pt x="0" y="29450"/>
                  <a:pt x="29450" y="0"/>
                  <a:pt x="657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382606" y="5099172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65725" y="131450"/>
                </a:moveTo>
                <a:cubicBezTo>
                  <a:pt x="102000" y="131450"/>
                  <a:pt x="131450" y="102000"/>
                  <a:pt x="131450" y="65725"/>
                </a:cubicBezTo>
                <a:cubicBezTo>
                  <a:pt x="131450" y="29450"/>
                  <a:pt x="102000" y="0"/>
                  <a:pt x="65725" y="0"/>
                </a:cubicBezTo>
                <a:cubicBezTo>
                  <a:pt x="29450" y="0"/>
                  <a:pt x="0" y="29450"/>
                  <a:pt x="0" y="65725"/>
                </a:cubicBezTo>
                <a:cubicBezTo>
                  <a:pt x="0" y="102000"/>
                  <a:pt x="29450" y="131450"/>
                  <a:pt x="65725" y="131450"/>
                </a:cubicBezTo>
                <a:close/>
                <a:moveTo>
                  <a:pt x="87394" y="54608"/>
                </a:moveTo>
                <a:lnTo>
                  <a:pt x="66855" y="87471"/>
                </a:lnTo>
                <a:cubicBezTo>
                  <a:pt x="65776" y="89191"/>
                  <a:pt x="63928" y="90269"/>
                  <a:pt x="61900" y="90372"/>
                </a:cubicBezTo>
                <a:cubicBezTo>
                  <a:pt x="59871" y="90475"/>
                  <a:pt x="57920" y="89550"/>
                  <a:pt x="56714" y="87907"/>
                </a:cubicBezTo>
                <a:lnTo>
                  <a:pt x="44390" y="71476"/>
                </a:lnTo>
                <a:cubicBezTo>
                  <a:pt x="42336" y="68755"/>
                  <a:pt x="42901" y="64904"/>
                  <a:pt x="45622" y="62850"/>
                </a:cubicBezTo>
                <a:cubicBezTo>
                  <a:pt x="48344" y="60796"/>
                  <a:pt x="52195" y="61361"/>
                  <a:pt x="54249" y="64082"/>
                </a:cubicBezTo>
                <a:lnTo>
                  <a:pt x="61181" y="73325"/>
                </a:lnTo>
                <a:lnTo>
                  <a:pt x="76945" y="48087"/>
                </a:lnTo>
                <a:cubicBezTo>
                  <a:pt x="78742" y="45212"/>
                  <a:pt x="82541" y="44313"/>
                  <a:pt x="85443" y="46136"/>
                </a:cubicBezTo>
                <a:cubicBezTo>
                  <a:pt x="88344" y="47959"/>
                  <a:pt x="89217" y="51733"/>
                  <a:pt x="87394" y="5463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29075" y="5066310"/>
            <a:ext cx="1421305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29075" y="5263485"/>
            <a:ext cx="1413089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alerts for approvals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31364" y="5764641"/>
            <a:ext cx="11532011" cy="761315"/>
          </a:xfrm>
          <a:custGeom>
            <a:avLst/>
            <a:gdLst/>
            <a:ahLst/>
            <a:cxnLst/>
            <a:rect l="l" t="t" r="r" b="b"/>
            <a:pathLst>
              <a:path w="11532011" h="761315">
                <a:moveTo>
                  <a:pt x="98590" y="0"/>
                </a:moveTo>
                <a:lnTo>
                  <a:pt x="11433420" y="0"/>
                </a:lnTo>
                <a:cubicBezTo>
                  <a:pt x="11487870" y="0"/>
                  <a:pt x="11532011" y="44140"/>
                  <a:pt x="11532011" y="98590"/>
                </a:cubicBezTo>
                <a:lnTo>
                  <a:pt x="11532011" y="662725"/>
                </a:lnTo>
                <a:cubicBezTo>
                  <a:pt x="11532011" y="717175"/>
                  <a:pt x="11487870" y="761315"/>
                  <a:pt x="11433420" y="761315"/>
                </a:cubicBezTo>
                <a:lnTo>
                  <a:pt x="98590" y="761315"/>
                </a:lnTo>
                <a:cubicBezTo>
                  <a:pt x="44140" y="761315"/>
                  <a:pt x="0" y="717175"/>
                  <a:pt x="0" y="662725"/>
                </a:cubicBezTo>
                <a:lnTo>
                  <a:pt x="0" y="98590"/>
                </a:lnTo>
                <a:cubicBezTo>
                  <a:pt x="0" y="44140"/>
                  <a:pt x="44140" y="0"/>
                  <a:pt x="98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39493" y="5997412"/>
            <a:ext cx="221822" cy="295763"/>
          </a:xfrm>
          <a:custGeom>
            <a:avLst/>
            <a:gdLst/>
            <a:ahLst/>
            <a:cxnLst/>
            <a:rect l="l" t="t" r="r" b="b"/>
            <a:pathLst>
              <a:path w="221822" h="295763">
                <a:moveTo>
                  <a:pt x="9243" y="36970"/>
                </a:moveTo>
                <a:cubicBezTo>
                  <a:pt x="9243" y="16579"/>
                  <a:pt x="25821" y="0"/>
                  <a:pt x="46213" y="0"/>
                </a:cubicBezTo>
                <a:lnTo>
                  <a:pt x="175609" y="0"/>
                </a:lnTo>
                <a:cubicBezTo>
                  <a:pt x="196001" y="0"/>
                  <a:pt x="212580" y="16579"/>
                  <a:pt x="212580" y="36970"/>
                </a:cubicBezTo>
                <a:lnTo>
                  <a:pt x="212580" y="258792"/>
                </a:lnTo>
                <a:cubicBezTo>
                  <a:pt x="212580" y="279184"/>
                  <a:pt x="196001" y="295763"/>
                  <a:pt x="175609" y="295763"/>
                </a:cubicBezTo>
                <a:lnTo>
                  <a:pt x="46213" y="295763"/>
                </a:lnTo>
                <a:cubicBezTo>
                  <a:pt x="25821" y="295763"/>
                  <a:pt x="9243" y="279184"/>
                  <a:pt x="9243" y="258792"/>
                </a:cubicBezTo>
                <a:lnTo>
                  <a:pt x="9243" y="36970"/>
                </a:lnTo>
                <a:close/>
                <a:moveTo>
                  <a:pt x="46213" y="36970"/>
                </a:moveTo>
                <a:lnTo>
                  <a:pt x="46213" y="212580"/>
                </a:lnTo>
                <a:lnTo>
                  <a:pt x="175609" y="212580"/>
                </a:lnTo>
                <a:lnTo>
                  <a:pt x="175609" y="36970"/>
                </a:lnTo>
                <a:lnTo>
                  <a:pt x="46213" y="36970"/>
                </a:lnTo>
                <a:close/>
                <a:moveTo>
                  <a:pt x="110911" y="272656"/>
                </a:moveTo>
                <a:cubicBezTo>
                  <a:pt x="121136" y="272656"/>
                  <a:pt x="129396" y="264396"/>
                  <a:pt x="129396" y="254171"/>
                </a:cubicBezTo>
                <a:cubicBezTo>
                  <a:pt x="129396" y="243947"/>
                  <a:pt x="121136" y="235686"/>
                  <a:pt x="110911" y="235686"/>
                </a:cubicBezTo>
                <a:cubicBezTo>
                  <a:pt x="100686" y="235686"/>
                  <a:pt x="92426" y="243947"/>
                  <a:pt x="92426" y="254171"/>
                </a:cubicBezTo>
                <a:cubicBezTo>
                  <a:pt x="92426" y="264396"/>
                  <a:pt x="100686" y="272656"/>
                  <a:pt x="110911" y="27265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6706" y="5915256"/>
            <a:ext cx="3590232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Design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66706" y="6178156"/>
            <a:ext cx="3557369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interface optimized for smartphones and tablets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845841" y="5898825"/>
            <a:ext cx="944798" cy="29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1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74596" y="6194588"/>
            <a:ext cx="88728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Parity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868602" y="5898825"/>
            <a:ext cx="903720" cy="29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1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897357" y="6194588"/>
            <a:ext cx="846210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846263" y="5898825"/>
            <a:ext cx="944798" cy="29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1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875018" y="6194588"/>
            <a:ext cx="88728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Transfer</a:t>
            </a:r>
            <a:endParaRPr lang="en-US" sz="1600" dirty="0"/>
          </a:p>
        </p:txBody>
      </p:sp>
      <p:sp>
        <p:nvSpPr>
          <p:cNvPr id="65" name="Rounded Rectangle 64"/>
          <p:cNvSpPr/>
          <p:nvPr/>
        </p:nvSpPr>
        <p:spPr>
          <a:xfrm>
            <a:off x="7315200" y="1645920"/>
            <a:ext cx="2306116" cy="47548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obil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792224"/>
            <a:ext cx="2066175" cy="447141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193938" y="1700784"/>
            <a:ext cx="548640" cy="10972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02498" y="6263640"/>
            <a:ext cx="731520" cy="36576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Mobile Login Screen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75520" y="1645920"/>
            <a:ext cx="2306116" cy="47548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obil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1792224"/>
            <a:ext cx="2066175" cy="4471416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0754258" y="1700784"/>
            <a:ext cx="548640" cy="10972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662818" y="6263640"/>
            <a:ext cx="731520" cy="36576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26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Mobile Dashboard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20" y="1371600"/>
            <a:ext cx="2011680" cy="27432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266"/>
                </a:solidFill>
              </a:defRPr>
            </a:pPr>
            <a:r>
              <a:t>LIVE APP SCREENSHOTS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55" y="431282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64457" y="563984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99527" y="0"/>
                </a:moveTo>
                <a:cubicBezTo>
                  <a:pt x="101315" y="0"/>
                  <a:pt x="103103" y="389"/>
                  <a:pt x="104736" y="1127"/>
                </a:cubicBezTo>
                <a:lnTo>
                  <a:pt x="177981" y="32191"/>
                </a:lnTo>
                <a:cubicBezTo>
                  <a:pt x="186534" y="35806"/>
                  <a:pt x="192910" y="44243"/>
                  <a:pt x="192872" y="54429"/>
                </a:cubicBezTo>
                <a:cubicBezTo>
                  <a:pt x="192677" y="92995"/>
                  <a:pt x="176815" y="163558"/>
                  <a:pt x="109829" y="195632"/>
                </a:cubicBezTo>
                <a:cubicBezTo>
                  <a:pt x="103337" y="198742"/>
                  <a:pt x="95794" y="198742"/>
                  <a:pt x="89302" y="195632"/>
                </a:cubicBezTo>
                <a:cubicBezTo>
                  <a:pt x="22277" y="163558"/>
                  <a:pt x="6454" y="92995"/>
                  <a:pt x="6259" y="54429"/>
                </a:cubicBezTo>
                <a:cubicBezTo>
                  <a:pt x="6220" y="44243"/>
                  <a:pt x="12596" y="35806"/>
                  <a:pt x="21149" y="32191"/>
                </a:cubicBezTo>
                <a:lnTo>
                  <a:pt x="94356" y="1127"/>
                </a:lnTo>
                <a:cubicBezTo>
                  <a:pt x="95989" y="389"/>
                  <a:pt x="97738" y="0"/>
                  <a:pt x="99527" y="0"/>
                </a:cubicBezTo>
                <a:close/>
                <a:moveTo>
                  <a:pt x="99527" y="25970"/>
                </a:moveTo>
                <a:lnTo>
                  <a:pt x="99527" y="172966"/>
                </a:lnTo>
                <a:cubicBezTo>
                  <a:pt x="153178" y="146996"/>
                  <a:pt x="167601" y="89457"/>
                  <a:pt x="167951" y="55012"/>
                </a:cubicBezTo>
                <a:lnTo>
                  <a:pt x="99527" y="26009"/>
                </a:lnTo>
                <a:lnTo>
                  <a:pt x="99527" y="260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8914" y="331755"/>
            <a:ext cx="4627984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 &amp;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8914" y="763037"/>
            <a:ext cx="4503576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security and robust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4520" y="1130732"/>
            <a:ext cx="5695129" cy="2460517"/>
          </a:xfrm>
          <a:custGeom>
            <a:avLst/>
            <a:gdLst/>
            <a:ahLst/>
            <a:cxnLst/>
            <a:rect l="l" t="t" r="r" b="b"/>
            <a:pathLst>
              <a:path w="5695129" h="2460517">
                <a:moveTo>
                  <a:pt x="99528" y="0"/>
                </a:moveTo>
                <a:lnTo>
                  <a:pt x="5595601" y="0"/>
                </a:lnTo>
                <a:cubicBezTo>
                  <a:pt x="5650569" y="0"/>
                  <a:pt x="5695129" y="44560"/>
                  <a:pt x="5695129" y="99528"/>
                </a:cubicBezTo>
                <a:lnTo>
                  <a:pt x="5695129" y="2360989"/>
                </a:lnTo>
                <a:cubicBezTo>
                  <a:pt x="5695129" y="2415957"/>
                  <a:pt x="5650569" y="2460517"/>
                  <a:pt x="5595601" y="2460517"/>
                </a:cubicBezTo>
                <a:lnTo>
                  <a:pt x="99528" y="2460517"/>
                </a:lnTo>
                <a:cubicBezTo>
                  <a:pt x="44560" y="2460517"/>
                  <a:pt x="0" y="2415957"/>
                  <a:pt x="0" y="2360989"/>
                </a:cubicBezTo>
                <a:lnTo>
                  <a:pt x="0" y="99528"/>
                </a:lnTo>
                <a:cubicBezTo>
                  <a:pt x="0" y="44597"/>
                  <a:pt x="44597" y="0"/>
                  <a:pt x="99528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8280" y="1266201"/>
            <a:ext cx="124408" cy="165878"/>
          </a:xfrm>
          <a:custGeom>
            <a:avLst/>
            <a:gdLst/>
            <a:ahLst/>
            <a:cxnLst/>
            <a:rect l="l" t="t" r="r" b="b"/>
            <a:pathLst>
              <a:path w="124408" h="165878">
                <a:moveTo>
                  <a:pt x="41469" y="31102"/>
                </a:moveTo>
                <a:lnTo>
                  <a:pt x="41469" y="51837"/>
                </a:lnTo>
                <a:lnTo>
                  <a:pt x="82939" y="51837"/>
                </a:lnTo>
                <a:lnTo>
                  <a:pt x="82939" y="31102"/>
                </a:lnTo>
                <a:cubicBezTo>
                  <a:pt x="82939" y="19666"/>
                  <a:pt x="73641" y="10367"/>
                  <a:pt x="62204" y="10367"/>
                </a:cubicBezTo>
                <a:cubicBezTo>
                  <a:pt x="50768" y="10367"/>
                  <a:pt x="41469" y="19666"/>
                  <a:pt x="41469" y="31102"/>
                </a:cubicBezTo>
                <a:close/>
                <a:moveTo>
                  <a:pt x="20735" y="51837"/>
                </a:moveTo>
                <a:lnTo>
                  <a:pt x="20735" y="31102"/>
                </a:lnTo>
                <a:cubicBezTo>
                  <a:pt x="20735" y="8197"/>
                  <a:pt x="39299" y="-10367"/>
                  <a:pt x="62204" y="-10367"/>
                </a:cubicBezTo>
                <a:cubicBezTo>
                  <a:pt x="85109" y="-10367"/>
                  <a:pt x="103673" y="8197"/>
                  <a:pt x="103673" y="31102"/>
                </a:cubicBezTo>
                <a:lnTo>
                  <a:pt x="103673" y="51837"/>
                </a:lnTo>
                <a:cubicBezTo>
                  <a:pt x="115110" y="51837"/>
                  <a:pt x="124408" y="61135"/>
                  <a:pt x="124408" y="72571"/>
                </a:cubicBezTo>
                <a:lnTo>
                  <a:pt x="124408" y="145143"/>
                </a:lnTo>
                <a:cubicBezTo>
                  <a:pt x="124408" y="156579"/>
                  <a:pt x="115110" y="165878"/>
                  <a:pt x="103673" y="165878"/>
                </a:cubicBezTo>
                <a:lnTo>
                  <a:pt x="20735" y="165878"/>
                </a:lnTo>
                <a:cubicBezTo>
                  <a:pt x="9298" y="165878"/>
                  <a:pt x="0" y="156579"/>
                  <a:pt x="0" y="145143"/>
                </a:cubicBezTo>
                <a:lnTo>
                  <a:pt x="0" y="72571"/>
                </a:lnTo>
                <a:cubicBezTo>
                  <a:pt x="0" y="61135"/>
                  <a:pt x="9298" y="51837"/>
                  <a:pt x="20735" y="51837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158" y="1233026"/>
            <a:ext cx="5366139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&amp; Access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811" y="156478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6337" y="1664307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5864" y="1763834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87086" y="91233"/>
                </a:moveTo>
                <a:cubicBezTo>
                  <a:pt x="112278" y="91233"/>
                  <a:pt x="132702" y="70809"/>
                  <a:pt x="132702" y="45616"/>
                </a:cubicBezTo>
                <a:cubicBezTo>
                  <a:pt x="132702" y="20424"/>
                  <a:pt x="112278" y="0"/>
                  <a:pt x="87086" y="0"/>
                </a:cubicBezTo>
                <a:cubicBezTo>
                  <a:pt x="61893" y="0"/>
                  <a:pt x="41469" y="20424"/>
                  <a:pt x="41469" y="45616"/>
                </a:cubicBezTo>
                <a:cubicBezTo>
                  <a:pt x="41469" y="50463"/>
                  <a:pt x="42221" y="55154"/>
                  <a:pt x="43621" y="59534"/>
                </a:cubicBezTo>
                <a:lnTo>
                  <a:pt x="1814" y="101341"/>
                </a:lnTo>
                <a:cubicBezTo>
                  <a:pt x="648" y="102507"/>
                  <a:pt x="0" y="104088"/>
                  <a:pt x="0" y="105747"/>
                </a:cubicBezTo>
                <a:lnTo>
                  <a:pt x="0" y="126482"/>
                </a:lnTo>
                <a:cubicBezTo>
                  <a:pt x="0" y="129929"/>
                  <a:pt x="2773" y="132702"/>
                  <a:pt x="6220" y="132702"/>
                </a:cubicBezTo>
                <a:lnTo>
                  <a:pt x="26955" y="132702"/>
                </a:lnTo>
                <a:cubicBezTo>
                  <a:pt x="30402" y="132702"/>
                  <a:pt x="33176" y="129929"/>
                  <a:pt x="33176" y="126482"/>
                </a:cubicBezTo>
                <a:lnTo>
                  <a:pt x="33176" y="116114"/>
                </a:lnTo>
                <a:lnTo>
                  <a:pt x="43543" y="116114"/>
                </a:lnTo>
                <a:cubicBezTo>
                  <a:pt x="46990" y="116114"/>
                  <a:pt x="49763" y="113341"/>
                  <a:pt x="49763" y="109894"/>
                </a:cubicBezTo>
                <a:lnTo>
                  <a:pt x="49763" y="99527"/>
                </a:lnTo>
                <a:lnTo>
                  <a:pt x="60131" y="99527"/>
                </a:lnTo>
                <a:cubicBezTo>
                  <a:pt x="61789" y="99527"/>
                  <a:pt x="63370" y="98879"/>
                  <a:pt x="64537" y="97712"/>
                </a:cubicBezTo>
                <a:lnTo>
                  <a:pt x="73168" y="89081"/>
                </a:lnTo>
                <a:cubicBezTo>
                  <a:pt x="77548" y="90481"/>
                  <a:pt x="82239" y="91233"/>
                  <a:pt x="87086" y="91233"/>
                </a:cubicBezTo>
                <a:close/>
                <a:moveTo>
                  <a:pt x="97453" y="24882"/>
                </a:moveTo>
                <a:cubicBezTo>
                  <a:pt x="103175" y="24882"/>
                  <a:pt x="107820" y="29527"/>
                  <a:pt x="107820" y="35249"/>
                </a:cubicBezTo>
                <a:cubicBezTo>
                  <a:pt x="107820" y="40971"/>
                  <a:pt x="103175" y="45616"/>
                  <a:pt x="97453" y="45616"/>
                </a:cubicBezTo>
                <a:cubicBezTo>
                  <a:pt x="91731" y="45616"/>
                  <a:pt x="87086" y="40971"/>
                  <a:pt x="87086" y="35249"/>
                </a:cubicBezTo>
                <a:cubicBezTo>
                  <a:pt x="87086" y="29527"/>
                  <a:pt x="91731" y="24882"/>
                  <a:pt x="97453" y="2488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7619" y="1664307"/>
            <a:ext cx="209005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Username/Password Auth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7619" y="1896536"/>
            <a:ext cx="208176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Hashed passwords with secure storage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6811" y="222829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6337" y="2327818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570" y="2427344"/>
            <a:ext cx="149290" cy="132702"/>
          </a:xfrm>
          <a:custGeom>
            <a:avLst/>
            <a:gdLst/>
            <a:ahLst/>
            <a:cxnLst/>
            <a:rect l="l" t="t" r="r" b="b"/>
            <a:pathLst>
              <a:path w="149290" h="132702">
                <a:moveTo>
                  <a:pt x="58057" y="64278"/>
                </a:moveTo>
                <a:cubicBezTo>
                  <a:pt x="75223" y="64278"/>
                  <a:pt x="89159" y="50341"/>
                  <a:pt x="89159" y="33176"/>
                </a:cubicBezTo>
                <a:cubicBezTo>
                  <a:pt x="89159" y="16010"/>
                  <a:pt x="75223" y="2073"/>
                  <a:pt x="58057" y="2073"/>
                </a:cubicBezTo>
                <a:cubicBezTo>
                  <a:pt x="40891" y="2073"/>
                  <a:pt x="26955" y="16010"/>
                  <a:pt x="26955" y="33176"/>
                </a:cubicBezTo>
                <a:cubicBezTo>
                  <a:pt x="26955" y="50341"/>
                  <a:pt x="40891" y="64278"/>
                  <a:pt x="58057" y="64278"/>
                </a:cubicBezTo>
                <a:close/>
                <a:moveTo>
                  <a:pt x="50359" y="78792"/>
                </a:moveTo>
                <a:cubicBezTo>
                  <a:pt x="24830" y="78792"/>
                  <a:pt x="4147" y="99475"/>
                  <a:pt x="4147" y="125004"/>
                </a:cubicBezTo>
                <a:cubicBezTo>
                  <a:pt x="4147" y="129255"/>
                  <a:pt x="7594" y="132702"/>
                  <a:pt x="11845" y="132702"/>
                </a:cubicBezTo>
                <a:lnTo>
                  <a:pt x="77029" y="132702"/>
                </a:lnTo>
                <a:cubicBezTo>
                  <a:pt x="67647" y="121661"/>
                  <a:pt x="62204" y="107432"/>
                  <a:pt x="62204" y="92373"/>
                </a:cubicBezTo>
                <a:lnTo>
                  <a:pt x="62204" y="84312"/>
                </a:lnTo>
                <a:cubicBezTo>
                  <a:pt x="62204" y="82420"/>
                  <a:pt x="62463" y="80554"/>
                  <a:pt x="62956" y="78792"/>
                </a:cubicBezTo>
                <a:lnTo>
                  <a:pt x="50359" y="78792"/>
                </a:lnTo>
                <a:close/>
                <a:moveTo>
                  <a:pt x="115414" y="126611"/>
                </a:moveTo>
                <a:lnTo>
                  <a:pt x="111967" y="128244"/>
                </a:lnTo>
                <a:lnTo>
                  <a:pt x="111967" y="79492"/>
                </a:lnTo>
                <a:lnTo>
                  <a:pt x="136849" y="87786"/>
                </a:lnTo>
                <a:lnTo>
                  <a:pt x="136849" y="92866"/>
                </a:lnTo>
                <a:cubicBezTo>
                  <a:pt x="136849" y="107328"/>
                  <a:pt x="128503" y="120469"/>
                  <a:pt x="115414" y="126637"/>
                </a:cubicBezTo>
                <a:close/>
                <a:moveTo>
                  <a:pt x="109350" y="67258"/>
                </a:moveTo>
                <a:lnTo>
                  <a:pt x="80321" y="76926"/>
                </a:lnTo>
                <a:cubicBezTo>
                  <a:pt x="76926" y="78066"/>
                  <a:pt x="74645" y="81228"/>
                  <a:pt x="74645" y="84805"/>
                </a:cubicBezTo>
                <a:lnTo>
                  <a:pt x="74645" y="92866"/>
                </a:lnTo>
                <a:cubicBezTo>
                  <a:pt x="74645" y="112149"/>
                  <a:pt x="85790" y="129696"/>
                  <a:pt x="103207" y="137886"/>
                </a:cubicBezTo>
                <a:lnTo>
                  <a:pt x="108002" y="140141"/>
                </a:lnTo>
                <a:cubicBezTo>
                  <a:pt x="109246" y="140711"/>
                  <a:pt x="110594" y="141022"/>
                  <a:pt x="111941" y="141022"/>
                </a:cubicBezTo>
                <a:cubicBezTo>
                  <a:pt x="113289" y="141022"/>
                  <a:pt x="114663" y="140711"/>
                  <a:pt x="115881" y="140141"/>
                </a:cubicBezTo>
                <a:lnTo>
                  <a:pt x="120676" y="137886"/>
                </a:lnTo>
                <a:cubicBezTo>
                  <a:pt x="138145" y="129670"/>
                  <a:pt x="149290" y="112123"/>
                  <a:pt x="149290" y="92840"/>
                </a:cubicBezTo>
                <a:lnTo>
                  <a:pt x="149290" y="84779"/>
                </a:lnTo>
                <a:cubicBezTo>
                  <a:pt x="149290" y="81202"/>
                  <a:pt x="147009" y="78040"/>
                  <a:pt x="143614" y="76900"/>
                </a:cubicBezTo>
                <a:lnTo>
                  <a:pt x="114585" y="67232"/>
                </a:lnTo>
                <a:cubicBezTo>
                  <a:pt x="112874" y="66662"/>
                  <a:pt x="111034" y="66662"/>
                  <a:pt x="109350" y="67232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7619" y="2327818"/>
            <a:ext cx="214811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7619" y="2560046"/>
            <a:ext cx="213982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Admin, Manager, Employee permissions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6811" y="289180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6337" y="2991328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864" y="3090854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132702" y="24882"/>
                </a:moveTo>
                <a:cubicBezTo>
                  <a:pt x="132702" y="37893"/>
                  <a:pt x="117384" y="57306"/>
                  <a:pt x="110775" y="65055"/>
                </a:cubicBezTo>
                <a:cubicBezTo>
                  <a:pt x="109790" y="66196"/>
                  <a:pt x="108339" y="66636"/>
                  <a:pt x="107017" y="66351"/>
                </a:cubicBezTo>
                <a:lnTo>
                  <a:pt x="82939" y="66351"/>
                </a:lnTo>
                <a:cubicBezTo>
                  <a:pt x="78351" y="66351"/>
                  <a:pt x="74645" y="70057"/>
                  <a:pt x="74645" y="74645"/>
                </a:cubicBezTo>
                <a:cubicBezTo>
                  <a:pt x="74645" y="79232"/>
                  <a:pt x="78351" y="82939"/>
                  <a:pt x="82939" y="82939"/>
                </a:cubicBezTo>
                <a:lnTo>
                  <a:pt x="107820" y="82939"/>
                </a:lnTo>
                <a:cubicBezTo>
                  <a:pt x="121557" y="82939"/>
                  <a:pt x="132702" y="94084"/>
                  <a:pt x="132702" y="107820"/>
                </a:cubicBezTo>
                <a:cubicBezTo>
                  <a:pt x="132702" y="121557"/>
                  <a:pt x="121557" y="132702"/>
                  <a:pt x="107820" y="132702"/>
                </a:cubicBezTo>
                <a:lnTo>
                  <a:pt x="36182" y="132702"/>
                </a:lnTo>
                <a:cubicBezTo>
                  <a:pt x="38437" y="130136"/>
                  <a:pt x="41184" y="126844"/>
                  <a:pt x="43958" y="123164"/>
                </a:cubicBezTo>
                <a:cubicBezTo>
                  <a:pt x="45590" y="120987"/>
                  <a:pt x="47275" y="118602"/>
                  <a:pt x="48882" y="116114"/>
                </a:cubicBezTo>
                <a:lnTo>
                  <a:pt x="107820" y="116114"/>
                </a:lnTo>
                <a:cubicBezTo>
                  <a:pt x="112408" y="116114"/>
                  <a:pt x="116114" y="112408"/>
                  <a:pt x="116114" y="107820"/>
                </a:cubicBezTo>
                <a:cubicBezTo>
                  <a:pt x="116114" y="103233"/>
                  <a:pt x="112408" y="99527"/>
                  <a:pt x="107820" y="99527"/>
                </a:cubicBezTo>
                <a:lnTo>
                  <a:pt x="82939" y="99527"/>
                </a:lnTo>
                <a:cubicBezTo>
                  <a:pt x="69202" y="99527"/>
                  <a:pt x="58057" y="88382"/>
                  <a:pt x="58057" y="74645"/>
                </a:cubicBezTo>
                <a:cubicBezTo>
                  <a:pt x="58057" y="60908"/>
                  <a:pt x="69202" y="49763"/>
                  <a:pt x="82939" y="49763"/>
                </a:cubicBezTo>
                <a:lnTo>
                  <a:pt x="93254" y="49763"/>
                </a:lnTo>
                <a:cubicBezTo>
                  <a:pt x="87811" y="41599"/>
                  <a:pt x="82939" y="32217"/>
                  <a:pt x="82939" y="24882"/>
                </a:cubicBezTo>
                <a:cubicBezTo>
                  <a:pt x="82939" y="11145"/>
                  <a:pt x="94084" y="0"/>
                  <a:pt x="107820" y="0"/>
                </a:cubicBezTo>
                <a:cubicBezTo>
                  <a:pt x="121557" y="0"/>
                  <a:pt x="132702" y="11145"/>
                  <a:pt x="132702" y="24882"/>
                </a:cubicBezTo>
                <a:close/>
                <a:moveTo>
                  <a:pt x="30350" y="126767"/>
                </a:moveTo>
                <a:cubicBezTo>
                  <a:pt x="29366" y="127881"/>
                  <a:pt x="28484" y="128866"/>
                  <a:pt x="27733" y="129696"/>
                </a:cubicBezTo>
                <a:lnTo>
                  <a:pt x="27266" y="130214"/>
                </a:lnTo>
                <a:lnTo>
                  <a:pt x="27214" y="130162"/>
                </a:lnTo>
                <a:cubicBezTo>
                  <a:pt x="25659" y="131354"/>
                  <a:pt x="23430" y="131199"/>
                  <a:pt x="22031" y="129696"/>
                </a:cubicBezTo>
                <a:cubicBezTo>
                  <a:pt x="15499" y="122594"/>
                  <a:pt x="0" y="104321"/>
                  <a:pt x="0" y="91233"/>
                </a:cubicBezTo>
                <a:cubicBezTo>
                  <a:pt x="0" y="77496"/>
                  <a:pt x="11145" y="66351"/>
                  <a:pt x="24882" y="66351"/>
                </a:cubicBezTo>
                <a:cubicBezTo>
                  <a:pt x="38618" y="66351"/>
                  <a:pt x="49763" y="77496"/>
                  <a:pt x="49763" y="91233"/>
                </a:cubicBezTo>
                <a:cubicBezTo>
                  <a:pt x="49763" y="99008"/>
                  <a:pt x="44294" y="108598"/>
                  <a:pt x="38489" y="116607"/>
                </a:cubicBezTo>
                <a:cubicBezTo>
                  <a:pt x="35716" y="120417"/>
                  <a:pt x="32864" y="123864"/>
                  <a:pt x="30506" y="126585"/>
                </a:cubicBezTo>
                <a:lnTo>
                  <a:pt x="30350" y="126767"/>
                </a:lnTo>
                <a:close/>
                <a:moveTo>
                  <a:pt x="33176" y="91233"/>
                </a:moveTo>
                <a:cubicBezTo>
                  <a:pt x="33176" y="86655"/>
                  <a:pt x="29459" y="82939"/>
                  <a:pt x="24882" y="82939"/>
                </a:cubicBezTo>
                <a:cubicBezTo>
                  <a:pt x="20304" y="82939"/>
                  <a:pt x="16588" y="86655"/>
                  <a:pt x="16588" y="91233"/>
                </a:cubicBezTo>
                <a:cubicBezTo>
                  <a:pt x="16588" y="95810"/>
                  <a:pt x="20304" y="99527"/>
                  <a:pt x="24882" y="99527"/>
                </a:cubicBezTo>
                <a:cubicBezTo>
                  <a:pt x="29459" y="99527"/>
                  <a:pt x="33176" y="95810"/>
                  <a:pt x="33176" y="91233"/>
                </a:cubicBezTo>
                <a:close/>
                <a:moveTo>
                  <a:pt x="107820" y="33176"/>
                </a:moveTo>
                <a:cubicBezTo>
                  <a:pt x="112398" y="33176"/>
                  <a:pt x="116114" y="29459"/>
                  <a:pt x="116114" y="24882"/>
                </a:cubicBezTo>
                <a:cubicBezTo>
                  <a:pt x="116114" y="20304"/>
                  <a:pt x="112398" y="16588"/>
                  <a:pt x="107820" y="16588"/>
                </a:cubicBezTo>
                <a:cubicBezTo>
                  <a:pt x="103243" y="16588"/>
                  <a:pt x="99527" y="20304"/>
                  <a:pt x="99527" y="24882"/>
                </a:cubicBezTo>
                <a:cubicBezTo>
                  <a:pt x="99527" y="29459"/>
                  <a:pt x="103243" y="33176"/>
                  <a:pt x="107820" y="3317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7619" y="2991328"/>
            <a:ext cx="1808065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Route Protection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7619" y="3223556"/>
            <a:ext cx="1799771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middleware validation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5980" y="1130732"/>
            <a:ext cx="5695129" cy="2460517"/>
          </a:xfrm>
          <a:custGeom>
            <a:avLst/>
            <a:gdLst/>
            <a:ahLst/>
            <a:cxnLst/>
            <a:rect l="l" t="t" r="r" b="b"/>
            <a:pathLst>
              <a:path w="5695129" h="2460517">
                <a:moveTo>
                  <a:pt x="99528" y="0"/>
                </a:moveTo>
                <a:lnTo>
                  <a:pt x="5595601" y="0"/>
                </a:lnTo>
                <a:cubicBezTo>
                  <a:pt x="5650569" y="0"/>
                  <a:pt x="5695129" y="44560"/>
                  <a:pt x="5695129" y="99528"/>
                </a:cubicBezTo>
                <a:lnTo>
                  <a:pt x="5695129" y="2360989"/>
                </a:lnTo>
                <a:cubicBezTo>
                  <a:pt x="5695129" y="2415957"/>
                  <a:pt x="5650569" y="2460517"/>
                  <a:pt x="5595601" y="2460517"/>
                </a:cubicBezTo>
                <a:lnTo>
                  <a:pt x="99528" y="2460517"/>
                </a:lnTo>
                <a:cubicBezTo>
                  <a:pt x="44560" y="2460517"/>
                  <a:pt x="0" y="2415957"/>
                  <a:pt x="0" y="2360989"/>
                </a:cubicBezTo>
                <a:lnTo>
                  <a:pt x="0" y="99528"/>
                </a:lnTo>
                <a:cubicBezTo>
                  <a:pt x="0" y="44597"/>
                  <a:pt x="44597" y="0"/>
                  <a:pt x="99528" y="0"/>
                </a:cubicBezTo>
                <a:close/>
              </a:path>
            </a:pathLst>
          </a:custGeom>
          <a:solidFill>
            <a:srgbClr val="1E293B"/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9373" y="1266201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145143" y="66675"/>
                </a:moveTo>
                <a:cubicBezTo>
                  <a:pt x="140348" y="69850"/>
                  <a:pt x="134840" y="72409"/>
                  <a:pt x="129106" y="74451"/>
                </a:cubicBezTo>
                <a:cubicBezTo>
                  <a:pt x="113879" y="79893"/>
                  <a:pt x="93889" y="82939"/>
                  <a:pt x="72571" y="82939"/>
                </a:cubicBezTo>
                <a:cubicBezTo>
                  <a:pt x="51254" y="82939"/>
                  <a:pt x="31232" y="79861"/>
                  <a:pt x="16037" y="74451"/>
                </a:cubicBezTo>
                <a:cubicBezTo>
                  <a:pt x="10335" y="72409"/>
                  <a:pt x="4795" y="69850"/>
                  <a:pt x="0" y="66675"/>
                </a:cubicBezTo>
                <a:lnTo>
                  <a:pt x="0" y="93306"/>
                </a:lnTo>
                <a:cubicBezTo>
                  <a:pt x="0" y="107626"/>
                  <a:pt x="32495" y="119224"/>
                  <a:pt x="72571" y="119224"/>
                </a:cubicBezTo>
                <a:cubicBezTo>
                  <a:pt x="112648" y="119224"/>
                  <a:pt x="145143" y="107626"/>
                  <a:pt x="145143" y="93306"/>
                </a:cubicBezTo>
                <a:lnTo>
                  <a:pt x="145143" y="66675"/>
                </a:lnTo>
                <a:close/>
                <a:moveTo>
                  <a:pt x="145143" y="41469"/>
                </a:moveTo>
                <a:lnTo>
                  <a:pt x="145143" y="25918"/>
                </a:lnTo>
                <a:cubicBezTo>
                  <a:pt x="145143" y="11598"/>
                  <a:pt x="112648" y="0"/>
                  <a:pt x="72571" y="0"/>
                </a:cubicBezTo>
                <a:cubicBezTo>
                  <a:pt x="32495" y="0"/>
                  <a:pt x="0" y="11598"/>
                  <a:pt x="0" y="25918"/>
                </a:cubicBezTo>
                <a:lnTo>
                  <a:pt x="0" y="41469"/>
                </a:lnTo>
                <a:cubicBezTo>
                  <a:pt x="0" y="55789"/>
                  <a:pt x="32495" y="67388"/>
                  <a:pt x="72571" y="67388"/>
                </a:cubicBezTo>
                <a:cubicBezTo>
                  <a:pt x="112648" y="67388"/>
                  <a:pt x="145143" y="55789"/>
                  <a:pt x="145143" y="41469"/>
                </a:cubicBezTo>
                <a:close/>
                <a:moveTo>
                  <a:pt x="129106" y="126287"/>
                </a:moveTo>
                <a:cubicBezTo>
                  <a:pt x="113911" y="131698"/>
                  <a:pt x="93922" y="134776"/>
                  <a:pt x="72571" y="134776"/>
                </a:cubicBezTo>
                <a:cubicBezTo>
                  <a:pt x="51221" y="134776"/>
                  <a:pt x="31232" y="131698"/>
                  <a:pt x="16037" y="126287"/>
                </a:cubicBezTo>
                <a:cubicBezTo>
                  <a:pt x="10335" y="124246"/>
                  <a:pt x="4795" y="121687"/>
                  <a:pt x="0" y="118512"/>
                </a:cubicBezTo>
                <a:lnTo>
                  <a:pt x="0" y="139959"/>
                </a:lnTo>
                <a:cubicBezTo>
                  <a:pt x="0" y="154279"/>
                  <a:pt x="32495" y="165878"/>
                  <a:pt x="72571" y="165878"/>
                </a:cubicBezTo>
                <a:cubicBezTo>
                  <a:pt x="112648" y="165878"/>
                  <a:pt x="145143" y="154279"/>
                  <a:pt x="145143" y="139959"/>
                </a:cubicBezTo>
                <a:lnTo>
                  <a:pt x="145143" y="118512"/>
                </a:lnTo>
                <a:cubicBezTo>
                  <a:pt x="140348" y="121687"/>
                  <a:pt x="134840" y="124246"/>
                  <a:pt x="129106" y="126287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75618" y="1233026"/>
            <a:ext cx="5366139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&amp; File Security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8271" y="156478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67798" y="1664307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59030" y="1763834"/>
            <a:ext cx="149290" cy="132702"/>
          </a:xfrm>
          <a:custGeom>
            <a:avLst/>
            <a:gdLst/>
            <a:ahLst/>
            <a:cxnLst/>
            <a:rect l="l" t="t" r="r" b="b"/>
            <a:pathLst>
              <a:path w="149290" h="132702">
                <a:moveTo>
                  <a:pt x="0" y="87086"/>
                </a:moveTo>
                <a:cubicBezTo>
                  <a:pt x="0" y="107691"/>
                  <a:pt x="16717" y="124408"/>
                  <a:pt x="37322" y="124408"/>
                </a:cubicBezTo>
                <a:lnTo>
                  <a:pt x="116114" y="124408"/>
                </a:lnTo>
                <a:cubicBezTo>
                  <a:pt x="134439" y="124408"/>
                  <a:pt x="149290" y="109557"/>
                  <a:pt x="149290" y="91233"/>
                </a:cubicBezTo>
                <a:cubicBezTo>
                  <a:pt x="149290" y="77859"/>
                  <a:pt x="141385" y="66325"/>
                  <a:pt x="129981" y="61090"/>
                </a:cubicBezTo>
                <a:cubicBezTo>
                  <a:pt x="131717" y="57694"/>
                  <a:pt x="132702" y="53832"/>
                  <a:pt x="132702" y="49763"/>
                </a:cubicBezTo>
                <a:cubicBezTo>
                  <a:pt x="132702" y="36027"/>
                  <a:pt x="121557" y="24882"/>
                  <a:pt x="107820" y="24882"/>
                </a:cubicBezTo>
                <a:cubicBezTo>
                  <a:pt x="103233" y="24882"/>
                  <a:pt x="98956" y="26126"/>
                  <a:pt x="95276" y="28277"/>
                </a:cubicBezTo>
                <a:cubicBezTo>
                  <a:pt x="89030" y="16406"/>
                  <a:pt x="76563" y="8294"/>
                  <a:pt x="62204" y="8294"/>
                </a:cubicBezTo>
                <a:cubicBezTo>
                  <a:pt x="41599" y="8294"/>
                  <a:pt x="24882" y="25011"/>
                  <a:pt x="24882" y="45616"/>
                </a:cubicBezTo>
                <a:cubicBezTo>
                  <a:pt x="24882" y="47690"/>
                  <a:pt x="25063" y="49737"/>
                  <a:pt x="25374" y="51707"/>
                </a:cubicBezTo>
                <a:cubicBezTo>
                  <a:pt x="10627" y="56683"/>
                  <a:pt x="0" y="70653"/>
                  <a:pt x="0" y="8708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99079" y="1664307"/>
            <a:ext cx="231399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9079" y="1896536"/>
            <a:ext cx="230569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database with encrypted connections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8271" y="222829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67798" y="2327818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83912" y="2427344"/>
            <a:ext cx="99527" cy="132702"/>
          </a:xfrm>
          <a:custGeom>
            <a:avLst/>
            <a:gdLst/>
            <a:ahLst/>
            <a:cxnLst/>
            <a:rect l="l" t="t" r="r" b="b"/>
            <a:pathLst>
              <a:path w="99527" h="132702">
                <a:moveTo>
                  <a:pt x="0" y="16588"/>
                </a:moveTo>
                <a:cubicBezTo>
                  <a:pt x="0" y="7439"/>
                  <a:pt x="7439" y="0"/>
                  <a:pt x="16588" y="0"/>
                </a:cubicBezTo>
                <a:lnTo>
                  <a:pt x="55336" y="0"/>
                </a:lnTo>
                <a:cubicBezTo>
                  <a:pt x="59742" y="0"/>
                  <a:pt x="63967" y="1737"/>
                  <a:pt x="67077" y="4847"/>
                </a:cubicBezTo>
                <a:lnTo>
                  <a:pt x="94680" y="32476"/>
                </a:lnTo>
                <a:cubicBezTo>
                  <a:pt x="97790" y="35586"/>
                  <a:pt x="99527" y="39811"/>
                  <a:pt x="99527" y="44217"/>
                </a:cubicBezTo>
                <a:lnTo>
                  <a:pt x="99527" y="116114"/>
                </a:lnTo>
                <a:cubicBezTo>
                  <a:pt x="99527" y="125263"/>
                  <a:pt x="92088" y="132702"/>
                  <a:pt x="82939" y="132702"/>
                </a:cubicBezTo>
                <a:lnTo>
                  <a:pt x="16588" y="132702"/>
                </a:lnTo>
                <a:cubicBezTo>
                  <a:pt x="7439" y="132702"/>
                  <a:pt x="0" y="125263"/>
                  <a:pt x="0" y="116114"/>
                </a:cubicBezTo>
                <a:lnTo>
                  <a:pt x="0" y="16588"/>
                </a:lnTo>
                <a:close/>
                <a:moveTo>
                  <a:pt x="53910" y="15162"/>
                </a:moveTo>
                <a:lnTo>
                  <a:pt x="53910" y="39396"/>
                </a:lnTo>
                <a:cubicBezTo>
                  <a:pt x="53910" y="42843"/>
                  <a:pt x="56683" y="45616"/>
                  <a:pt x="60131" y="45616"/>
                </a:cubicBezTo>
                <a:lnTo>
                  <a:pt x="84364" y="45616"/>
                </a:lnTo>
                <a:lnTo>
                  <a:pt x="53910" y="15162"/>
                </a:lnTo>
                <a:close/>
                <a:moveTo>
                  <a:pt x="33176" y="66351"/>
                </a:moveTo>
                <a:cubicBezTo>
                  <a:pt x="33176" y="61774"/>
                  <a:pt x="29459" y="58057"/>
                  <a:pt x="24882" y="58057"/>
                </a:cubicBezTo>
                <a:cubicBezTo>
                  <a:pt x="20304" y="58057"/>
                  <a:pt x="16588" y="61774"/>
                  <a:pt x="16588" y="66351"/>
                </a:cubicBezTo>
                <a:cubicBezTo>
                  <a:pt x="16588" y="70929"/>
                  <a:pt x="20304" y="74645"/>
                  <a:pt x="24882" y="74645"/>
                </a:cubicBezTo>
                <a:cubicBezTo>
                  <a:pt x="29459" y="74645"/>
                  <a:pt x="33176" y="70929"/>
                  <a:pt x="33176" y="66351"/>
                </a:cubicBezTo>
                <a:close/>
                <a:moveTo>
                  <a:pt x="24000" y="116114"/>
                </a:moveTo>
                <a:lnTo>
                  <a:pt x="75526" y="116114"/>
                </a:lnTo>
                <a:cubicBezTo>
                  <a:pt x="79621" y="116114"/>
                  <a:pt x="82939" y="112797"/>
                  <a:pt x="82939" y="108702"/>
                </a:cubicBezTo>
                <a:cubicBezTo>
                  <a:pt x="82939" y="106810"/>
                  <a:pt x="82213" y="104969"/>
                  <a:pt x="80891" y="103596"/>
                </a:cubicBezTo>
                <a:lnTo>
                  <a:pt x="55802" y="77211"/>
                </a:lnTo>
                <a:cubicBezTo>
                  <a:pt x="54247" y="75578"/>
                  <a:pt x="52070" y="74645"/>
                  <a:pt x="49789" y="74645"/>
                </a:cubicBezTo>
                <a:lnTo>
                  <a:pt x="49711" y="74645"/>
                </a:lnTo>
                <a:cubicBezTo>
                  <a:pt x="47431" y="74645"/>
                  <a:pt x="45279" y="75578"/>
                  <a:pt x="43698" y="77211"/>
                </a:cubicBezTo>
                <a:lnTo>
                  <a:pt x="18635" y="103596"/>
                </a:lnTo>
                <a:cubicBezTo>
                  <a:pt x="17313" y="104969"/>
                  <a:pt x="16588" y="106810"/>
                  <a:pt x="16588" y="108702"/>
                </a:cubicBezTo>
                <a:cubicBezTo>
                  <a:pt x="16588" y="112797"/>
                  <a:pt x="19905" y="116114"/>
                  <a:pt x="24000" y="116114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99079" y="2327818"/>
            <a:ext cx="2172996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File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9079" y="2560046"/>
            <a:ext cx="216470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Selfies, rosters stored securely on server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8271" y="2891801"/>
            <a:ext cx="5490547" cy="597159"/>
          </a:xfrm>
          <a:custGeom>
            <a:avLst/>
            <a:gdLst/>
            <a:ahLst/>
            <a:cxnLst/>
            <a:rect l="l" t="t" r="r" b="b"/>
            <a:pathLst>
              <a:path w="5490547" h="597159">
                <a:moveTo>
                  <a:pt x="66350" y="0"/>
                </a:moveTo>
                <a:lnTo>
                  <a:pt x="5424197" y="0"/>
                </a:lnTo>
                <a:cubicBezTo>
                  <a:pt x="5460841" y="0"/>
                  <a:pt x="5490547" y="29706"/>
                  <a:pt x="5490547" y="66350"/>
                </a:cubicBezTo>
                <a:lnTo>
                  <a:pt x="5490547" y="530809"/>
                </a:lnTo>
                <a:cubicBezTo>
                  <a:pt x="5490547" y="567453"/>
                  <a:pt x="5460841" y="597159"/>
                  <a:pt x="5424197" y="597159"/>
                </a:cubicBezTo>
                <a:lnTo>
                  <a:pt x="66350" y="597159"/>
                </a:lnTo>
                <a:cubicBezTo>
                  <a:pt x="29731" y="597159"/>
                  <a:pt x="0" y="567429"/>
                  <a:pt x="0" y="530809"/>
                </a:cubicBezTo>
                <a:lnTo>
                  <a:pt x="0" y="66350"/>
                </a:lnTo>
                <a:cubicBezTo>
                  <a:pt x="0" y="29731"/>
                  <a:pt x="29731" y="0"/>
                  <a:pt x="66350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67798" y="2991328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59030" y="3090854"/>
            <a:ext cx="149290" cy="132702"/>
          </a:xfrm>
          <a:custGeom>
            <a:avLst/>
            <a:gdLst/>
            <a:ahLst/>
            <a:cxnLst/>
            <a:rect l="l" t="t" r="r" b="b"/>
            <a:pathLst>
              <a:path w="149290" h="132702">
                <a:moveTo>
                  <a:pt x="64278" y="22808"/>
                </a:moveTo>
                <a:lnTo>
                  <a:pt x="85012" y="22808"/>
                </a:lnTo>
                <a:lnTo>
                  <a:pt x="85012" y="35249"/>
                </a:lnTo>
                <a:lnTo>
                  <a:pt x="64278" y="35249"/>
                </a:lnTo>
                <a:lnTo>
                  <a:pt x="64278" y="22808"/>
                </a:lnTo>
                <a:close/>
                <a:moveTo>
                  <a:pt x="62204" y="8294"/>
                </a:moveTo>
                <a:cubicBezTo>
                  <a:pt x="55336" y="8294"/>
                  <a:pt x="49763" y="13866"/>
                  <a:pt x="49763" y="20735"/>
                </a:cubicBezTo>
                <a:lnTo>
                  <a:pt x="49763" y="37322"/>
                </a:lnTo>
                <a:cubicBezTo>
                  <a:pt x="49763" y="44191"/>
                  <a:pt x="55336" y="49763"/>
                  <a:pt x="62204" y="49763"/>
                </a:cubicBezTo>
                <a:lnTo>
                  <a:pt x="66351" y="49763"/>
                </a:lnTo>
                <a:lnTo>
                  <a:pt x="66351" y="58057"/>
                </a:lnTo>
                <a:lnTo>
                  <a:pt x="8294" y="58057"/>
                </a:lnTo>
                <a:cubicBezTo>
                  <a:pt x="3706" y="58057"/>
                  <a:pt x="0" y="61763"/>
                  <a:pt x="0" y="66351"/>
                </a:cubicBezTo>
                <a:cubicBezTo>
                  <a:pt x="0" y="70939"/>
                  <a:pt x="3706" y="74645"/>
                  <a:pt x="8294" y="74645"/>
                </a:cubicBezTo>
                <a:lnTo>
                  <a:pt x="33176" y="74645"/>
                </a:lnTo>
                <a:lnTo>
                  <a:pt x="33176" y="82939"/>
                </a:lnTo>
                <a:lnTo>
                  <a:pt x="29029" y="82939"/>
                </a:lnTo>
                <a:cubicBezTo>
                  <a:pt x="22160" y="82939"/>
                  <a:pt x="16588" y="88511"/>
                  <a:pt x="16588" y="95380"/>
                </a:cubicBezTo>
                <a:lnTo>
                  <a:pt x="16588" y="111967"/>
                </a:lnTo>
                <a:cubicBezTo>
                  <a:pt x="16588" y="118836"/>
                  <a:pt x="22160" y="124408"/>
                  <a:pt x="29029" y="124408"/>
                </a:cubicBezTo>
                <a:lnTo>
                  <a:pt x="53910" y="124408"/>
                </a:lnTo>
                <a:cubicBezTo>
                  <a:pt x="60779" y="124408"/>
                  <a:pt x="66351" y="118836"/>
                  <a:pt x="66351" y="111967"/>
                </a:cubicBezTo>
                <a:lnTo>
                  <a:pt x="66351" y="95380"/>
                </a:lnTo>
                <a:cubicBezTo>
                  <a:pt x="66351" y="88511"/>
                  <a:pt x="60779" y="82939"/>
                  <a:pt x="53910" y="82939"/>
                </a:cubicBezTo>
                <a:lnTo>
                  <a:pt x="49763" y="82939"/>
                </a:lnTo>
                <a:lnTo>
                  <a:pt x="49763" y="74645"/>
                </a:lnTo>
                <a:lnTo>
                  <a:pt x="99527" y="74645"/>
                </a:lnTo>
                <a:lnTo>
                  <a:pt x="99527" y="82939"/>
                </a:lnTo>
                <a:lnTo>
                  <a:pt x="95380" y="82939"/>
                </a:lnTo>
                <a:cubicBezTo>
                  <a:pt x="88511" y="82939"/>
                  <a:pt x="82939" y="88511"/>
                  <a:pt x="82939" y="95380"/>
                </a:cubicBezTo>
                <a:lnTo>
                  <a:pt x="82939" y="111967"/>
                </a:lnTo>
                <a:cubicBezTo>
                  <a:pt x="82939" y="118836"/>
                  <a:pt x="88511" y="124408"/>
                  <a:pt x="95380" y="124408"/>
                </a:cubicBezTo>
                <a:lnTo>
                  <a:pt x="120261" y="124408"/>
                </a:lnTo>
                <a:cubicBezTo>
                  <a:pt x="127130" y="124408"/>
                  <a:pt x="132702" y="118836"/>
                  <a:pt x="132702" y="111967"/>
                </a:cubicBezTo>
                <a:lnTo>
                  <a:pt x="132702" y="95380"/>
                </a:lnTo>
                <a:cubicBezTo>
                  <a:pt x="132702" y="88511"/>
                  <a:pt x="127130" y="82939"/>
                  <a:pt x="120261" y="82939"/>
                </a:cubicBezTo>
                <a:lnTo>
                  <a:pt x="116114" y="82939"/>
                </a:lnTo>
                <a:lnTo>
                  <a:pt x="116114" y="74645"/>
                </a:lnTo>
                <a:lnTo>
                  <a:pt x="140996" y="74645"/>
                </a:lnTo>
                <a:cubicBezTo>
                  <a:pt x="145583" y="74645"/>
                  <a:pt x="149290" y="70939"/>
                  <a:pt x="149290" y="66351"/>
                </a:cubicBezTo>
                <a:cubicBezTo>
                  <a:pt x="149290" y="61763"/>
                  <a:pt x="145583" y="58057"/>
                  <a:pt x="140996" y="58057"/>
                </a:cubicBezTo>
                <a:lnTo>
                  <a:pt x="82939" y="58057"/>
                </a:lnTo>
                <a:lnTo>
                  <a:pt x="82939" y="49763"/>
                </a:lnTo>
                <a:lnTo>
                  <a:pt x="87086" y="49763"/>
                </a:lnTo>
                <a:cubicBezTo>
                  <a:pt x="93954" y="49763"/>
                  <a:pt x="99527" y="44191"/>
                  <a:pt x="99527" y="37322"/>
                </a:cubicBezTo>
                <a:lnTo>
                  <a:pt x="99527" y="20735"/>
                </a:lnTo>
                <a:cubicBezTo>
                  <a:pt x="99527" y="13866"/>
                  <a:pt x="93954" y="8294"/>
                  <a:pt x="87086" y="8294"/>
                </a:cubicBezTo>
                <a:lnTo>
                  <a:pt x="62204" y="8294"/>
                </a:lnTo>
                <a:close/>
                <a:moveTo>
                  <a:pt x="116114" y="97453"/>
                </a:moveTo>
                <a:lnTo>
                  <a:pt x="118188" y="97453"/>
                </a:lnTo>
                <a:lnTo>
                  <a:pt x="118188" y="109894"/>
                </a:lnTo>
                <a:lnTo>
                  <a:pt x="97453" y="109894"/>
                </a:lnTo>
                <a:lnTo>
                  <a:pt x="97453" y="97453"/>
                </a:lnTo>
                <a:lnTo>
                  <a:pt x="116114" y="97453"/>
                </a:lnTo>
                <a:close/>
                <a:moveTo>
                  <a:pt x="49763" y="97453"/>
                </a:moveTo>
                <a:lnTo>
                  <a:pt x="51837" y="97453"/>
                </a:lnTo>
                <a:lnTo>
                  <a:pt x="51837" y="109894"/>
                </a:lnTo>
                <a:lnTo>
                  <a:pt x="31102" y="109894"/>
                </a:lnTo>
                <a:lnTo>
                  <a:pt x="31102" y="97453"/>
                </a:lnTo>
                <a:lnTo>
                  <a:pt x="49763" y="97453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99079" y="2991328"/>
            <a:ext cx="1658776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Architecture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9079" y="3223556"/>
            <a:ext cx="165048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separation of concerns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34520" y="3729486"/>
            <a:ext cx="11525725" cy="2792272"/>
          </a:xfrm>
          <a:custGeom>
            <a:avLst/>
            <a:gdLst/>
            <a:ahLst/>
            <a:cxnLst/>
            <a:rect l="l" t="t" r="r" b="b"/>
            <a:pathLst>
              <a:path w="11525725" h="2792272">
                <a:moveTo>
                  <a:pt x="99517" y="0"/>
                </a:moveTo>
                <a:lnTo>
                  <a:pt x="11426209" y="0"/>
                </a:lnTo>
                <a:cubicBezTo>
                  <a:pt x="11481170" y="0"/>
                  <a:pt x="11525725" y="44555"/>
                  <a:pt x="11525725" y="99517"/>
                </a:cubicBezTo>
                <a:lnTo>
                  <a:pt x="11525725" y="2692756"/>
                </a:lnTo>
                <a:cubicBezTo>
                  <a:pt x="11525725" y="2747717"/>
                  <a:pt x="11481170" y="2792272"/>
                  <a:pt x="11426209" y="2792272"/>
                </a:cubicBezTo>
                <a:lnTo>
                  <a:pt x="99517" y="2792272"/>
                </a:lnTo>
                <a:cubicBezTo>
                  <a:pt x="44555" y="2792272"/>
                  <a:pt x="0" y="2747717"/>
                  <a:pt x="0" y="2692756"/>
                </a:cubicBezTo>
                <a:lnTo>
                  <a:pt x="0" y="99517"/>
                </a:lnTo>
                <a:cubicBezTo>
                  <a:pt x="0" y="44592"/>
                  <a:pt x="44592" y="0"/>
                  <a:pt x="9951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0D9488">
                  <a:alpha val="20000"/>
                </a:srgbClr>
              </a:gs>
            </a:gsLst>
            <a:lin ang="0" scaled="1"/>
          </a:gra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4868" y="3898122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74645" y="24882"/>
                </a:moveTo>
                <a:cubicBezTo>
                  <a:pt x="74645" y="18000"/>
                  <a:pt x="80204" y="12441"/>
                  <a:pt x="87086" y="12441"/>
                </a:cubicBezTo>
                <a:lnTo>
                  <a:pt x="111967" y="12441"/>
                </a:lnTo>
                <a:cubicBezTo>
                  <a:pt x="118849" y="12441"/>
                  <a:pt x="124408" y="18000"/>
                  <a:pt x="124408" y="24882"/>
                </a:cubicBezTo>
                <a:lnTo>
                  <a:pt x="124408" y="49763"/>
                </a:lnTo>
                <a:cubicBezTo>
                  <a:pt x="124408" y="56645"/>
                  <a:pt x="118849" y="62204"/>
                  <a:pt x="111967" y="62204"/>
                </a:cubicBezTo>
                <a:lnTo>
                  <a:pt x="108857" y="62204"/>
                </a:lnTo>
                <a:lnTo>
                  <a:pt x="108857" y="87086"/>
                </a:lnTo>
                <a:lnTo>
                  <a:pt x="155510" y="87086"/>
                </a:lnTo>
                <a:cubicBezTo>
                  <a:pt x="170983" y="87086"/>
                  <a:pt x="183502" y="99604"/>
                  <a:pt x="183502" y="115078"/>
                </a:cubicBezTo>
                <a:lnTo>
                  <a:pt x="183502" y="136849"/>
                </a:lnTo>
                <a:lnTo>
                  <a:pt x="186612" y="136849"/>
                </a:lnTo>
                <a:cubicBezTo>
                  <a:pt x="193494" y="136849"/>
                  <a:pt x="199053" y="142408"/>
                  <a:pt x="199053" y="149290"/>
                </a:cubicBezTo>
                <a:lnTo>
                  <a:pt x="199053" y="174171"/>
                </a:lnTo>
                <a:cubicBezTo>
                  <a:pt x="199053" y="181053"/>
                  <a:pt x="193494" y="186612"/>
                  <a:pt x="186612" y="186612"/>
                </a:cubicBezTo>
                <a:lnTo>
                  <a:pt x="161731" y="186612"/>
                </a:lnTo>
                <a:cubicBezTo>
                  <a:pt x="154849" y="186612"/>
                  <a:pt x="149290" y="181053"/>
                  <a:pt x="149290" y="174171"/>
                </a:cubicBezTo>
                <a:lnTo>
                  <a:pt x="149290" y="149290"/>
                </a:lnTo>
                <a:cubicBezTo>
                  <a:pt x="149290" y="142408"/>
                  <a:pt x="154849" y="136849"/>
                  <a:pt x="161731" y="136849"/>
                </a:cubicBezTo>
                <a:lnTo>
                  <a:pt x="164841" y="136849"/>
                </a:lnTo>
                <a:lnTo>
                  <a:pt x="164841" y="115078"/>
                </a:lnTo>
                <a:cubicBezTo>
                  <a:pt x="164841" y="109907"/>
                  <a:pt x="160681" y="105747"/>
                  <a:pt x="155510" y="105747"/>
                </a:cubicBezTo>
                <a:lnTo>
                  <a:pt x="108857" y="105747"/>
                </a:lnTo>
                <a:lnTo>
                  <a:pt x="108857" y="136849"/>
                </a:lnTo>
                <a:lnTo>
                  <a:pt x="111967" y="136849"/>
                </a:lnTo>
                <a:cubicBezTo>
                  <a:pt x="118849" y="136849"/>
                  <a:pt x="124408" y="142408"/>
                  <a:pt x="124408" y="149290"/>
                </a:cubicBezTo>
                <a:lnTo>
                  <a:pt x="124408" y="174171"/>
                </a:lnTo>
                <a:cubicBezTo>
                  <a:pt x="124408" y="181053"/>
                  <a:pt x="118849" y="186612"/>
                  <a:pt x="111967" y="186612"/>
                </a:cubicBezTo>
                <a:lnTo>
                  <a:pt x="87086" y="186612"/>
                </a:lnTo>
                <a:cubicBezTo>
                  <a:pt x="80204" y="186612"/>
                  <a:pt x="74645" y="181053"/>
                  <a:pt x="74645" y="174171"/>
                </a:cubicBezTo>
                <a:lnTo>
                  <a:pt x="74645" y="149290"/>
                </a:lnTo>
                <a:cubicBezTo>
                  <a:pt x="74645" y="142408"/>
                  <a:pt x="80204" y="136849"/>
                  <a:pt x="87086" y="136849"/>
                </a:cubicBezTo>
                <a:lnTo>
                  <a:pt x="90196" y="136849"/>
                </a:lnTo>
                <a:lnTo>
                  <a:pt x="90196" y="105747"/>
                </a:lnTo>
                <a:lnTo>
                  <a:pt x="43543" y="105747"/>
                </a:lnTo>
                <a:cubicBezTo>
                  <a:pt x="38372" y="105747"/>
                  <a:pt x="34212" y="109907"/>
                  <a:pt x="34212" y="115078"/>
                </a:cubicBezTo>
                <a:lnTo>
                  <a:pt x="34212" y="136849"/>
                </a:lnTo>
                <a:lnTo>
                  <a:pt x="37322" y="136849"/>
                </a:lnTo>
                <a:cubicBezTo>
                  <a:pt x="44204" y="136849"/>
                  <a:pt x="49763" y="142408"/>
                  <a:pt x="49763" y="149290"/>
                </a:cubicBezTo>
                <a:lnTo>
                  <a:pt x="49763" y="174171"/>
                </a:lnTo>
                <a:cubicBezTo>
                  <a:pt x="49763" y="181053"/>
                  <a:pt x="44204" y="186612"/>
                  <a:pt x="37322" y="186612"/>
                </a:cubicBezTo>
                <a:lnTo>
                  <a:pt x="12441" y="186612"/>
                </a:lnTo>
                <a:cubicBezTo>
                  <a:pt x="5559" y="186612"/>
                  <a:pt x="0" y="181053"/>
                  <a:pt x="0" y="174171"/>
                </a:cubicBezTo>
                <a:lnTo>
                  <a:pt x="0" y="149290"/>
                </a:lnTo>
                <a:cubicBezTo>
                  <a:pt x="0" y="142408"/>
                  <a:pt x="5559" y="136849"/>
                  <a:pt x="12441" y="136849"/>
                </a:cubicBezTo>
                <a:lnTo>
                  <a:pt x="15551" y="136849"/>
                </a:lnTo>
                <a:lnTo>
                  <a:pt x="15551" y="115078"/>
                </a:lnTo>
                <a:cubicBezTo>
                  <a:pt x="15551" y="99604"/>
                  <a:pt x="28070" y="87086"/>
                  <a:pt x="43543" y="87086"/>
                </a:cubicBezTo>
                <a:lnTo>
                  <a:pt x="90196" y="87086"/>
                </a:lnTo>
                <a:lnTo>
                  <a:pt x="90196" y="62204"/>
                </a:lnTo>
                <a:lnTo>
                  <a:pt x="87086" y="62204"/>
                </a:lnTo>
                <a:cubicBezTo>
                  <a:pt x="80204" y="62204"/>
                  <a:pt x="74645" y="56645"/>
                  <a:pt x="74645" y="49763"/>
                </a:cubicBezTo>
                <a:lnTo>
                  <a:pt x="74645" y="2488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8803" y="3864947"/>
            <a:ext cx="11105502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Client-Server Architecture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9986" y="4263053"/>
            <a:ext cx="5274906" cy="862563"/>
          </a:xfrm>
          <a:custGeom>
            <a:avLst/>
            <a:gdLst/>
            <a:ahLst/>
            <a:cxnLst/>
            <a:rect l="l" t="t" r="r" b="b"/>
            <a:pathLst>
              <a:path w="5274906" h="862563">
                <a:moveTo>
                  <a:pt x="99523" y="0"/>
                </a:moveTo>
                <a:lnTo>
                  <a:pt x="5175384" y="0"/>
                </a:lnTo>
                <a:cubicBezTo>
                  <a:pt x="5230348" y="0"/>
                  <a:pt x="5274906" y="44558"/>
                  <a:pt x="5274906" y="99523"/>
                </a:cubicBezTo>
                <a:lnTo>
                  <a:pt x="5274906" y="763041"/>
                </a:lnTo>
                <a:cubicBezTo>
                  <a:pt x="5274906" y="818006"/>
                  <a:pt x="5230348" y="862563"/>
                  <a:pt x="5175384" y="862563"/>
                </a:cubicBezTo>
                <a:lnTo>
                  <a:pt x="99523" y="862563"/>
                </a:lnTo>
                <a:cubicBezTo>
                  <a:pt x="44558" y="862563"/>
                  <a:pt x="0" y="818006"/>
                  <a:pt x="0" y="763041"/>
                </a:cubicBezTo>
                <a:lnTo>
                  <a:pt x="0" y="99523"/>
                </a:lnTo>
                <a:cubicBezTo>
                  <a:pt x="0" y="44595"/>
                  <a:pt x="44595" y="0"/>
                  <a:pt x="995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2688" y="4395755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2215" y="4495282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16588" y="8294"/>
                </a:moveTo>
                <a:cubicBezTo>
                  <a:pt x="7439" y="8294"/>
                  <a:pt x="0" y="15732"/>
                  <a:pt x="0" y="24882"/>
                </a:cubicBezTo>
                <a:lnTo>
                  <a:pt x="0" y="91233"/>
                </a:lnTo>
                <a:cubicBezTo>
                  <a:pt x="0" y="100382"/>
                  <a:pt x="7439" y="107820"/>
                  <a:pt x="16588" y="107820"/>
                </a:cubicBezTo>
                <a:lnTo>
                  <a:pt x="53910" y="107820"/>
                </a:lnTo>
                <a:lnTo>
                  <a:pt x="49763" y="120261"/>
                </a:lnTo>
                <a:lnTo>
                  <a:pt x="31102" y="120261"/>
                </a:lnTo>
                <a:cubicBezTo>
                  <a:pt x="27655" y="120261"/>
                  <a:pt x="24882" y="123034"/>
                  <a:pt x="24882" y="126482"/>
                </a:cubicBezTo>
                <a:cubicBezTo>
                  <a:pt x="24882" y="129929"/>
                  <a:pt x="27655" y="132702"/>
                  <a:pt x="31102" y="132702"/>
                </a:cubicBezTo>
                <a:lnTo>
                  <a:pt x="101600" y="132702"/>
                </a:lnTo>
                <a:cubicBezTo>
                  <a:pt x="105047" y="132702"/>
                  <a:pt x="107820" y="129929"/>
                  <a:pt x="107820" y="126482"/>
                </a:cubicBezTo>
                <a:cubicBezTo>
                  <a:pt x="107820" y="123034"/>
                  <a:pt x="105047" y="120261"/>
                  <a:pt x="101600" y="120261"/>
                </a:cubicBezTo>
                <a:lnTo>
                  <a:pt x="82939" y="120261"/>
                </a:lnTo>
                <a:lnTo>
                  <a:pt x="78792" y="107820"/>
                </a:lnTo>
                <a:lnTo>
                  <a:pt x="116114" y="107820"/>
                </a:lnTo>
                <a:cubicBezTo>
                  <a:pt x="125263" y="107820"/>
                  <a:pt x="132702" y="100382"/>
                  <a:pt x="132702" y="91233"/>
                </a:cubicBezTo>
                <a:lnTo>
                  <a:pt x="132702" y="24882"/>
                </a:lnTo>
                <a:cubicBezTo>
                  <a:pt x="132702" y="15732"/>
                  <a:pt x="125263" y="8294"/>
                  <a:pt x="116114" y="8294"/>
                </a:cubicBezTo>
                <a:lnTo>
                  <a:pt x="16588" y="8294"/>
                </a:lnTo>
                <a:close/>
                <a:moveTo>
                  <a:pt x="24882" y="24882"/>
                </a:moveTo>
                <a:lnTo>
                  <a:pt x="107820" y="24882"/>
                </a:lnTo>
                <a:cubicBezTo>
                  <a:pt x="112408" y="24882"/>
                  <a:pt x="116114" y="28588"/>
                  <a:pt x="116114" y="33176"/>
                </a:cubicBezTo>
                <a:lnTo>
                  <a:pt x="116114" y="74645"/>
                </a:lnTo>
                <a:cubicBezTo>
                  <a:pt x="116114" y="79232"/>
                  <a:pt x="112408" y="82939"/>
                  <a:pt x="107820" y="82939"/>
                </a:cubicBezTo>
                <a:lnTo>
                  <a:pt x="24882" y="82939"/>
                </a:lnTo>
                <a:cubicBezTo>
                  <a:pt x="20294" y="82939"/>
                  <a:pt x="16588" y="79232"/>
                  <a:pt x="16588" y="74645"/>
                </a:cubicBezTo>
                <a:lnTo>
                  <a:pt x="16588" y="33176"/>
                </a:lnTo>
                <a:cubicBezTo>
                  <a:pt x="16588" y="28588"/>
                  <a:pt x="20294" y="24882"/>
                  <a:pt x="24882" y="2488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33970" y="4445518"/>
            <a:ext cx="928914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2688" y="4793861"/>
            <a:ext cx="507585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HTML5/CSS3/JS Frontend + Capacitor Mobile App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006617" y="5225143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195399" y="58550"/>
                </a:moveTo>
                <a:lnTo>
                  <a:pt x="158076" y="95872"/>
                </a:lnTo>
                <a:cubicBezTo>
                  <a:pt x="154499" y="99449"/>
                  <a:pt x="149173" y="100498"/>
                  <a:pt x="144508" y="98555"/>
                </a:cubicBezTo>
                <a:cubicBezTo>
                  <a:pt x="139843" y="96611"/>
                  <a:pt x="136849" y="92101"/>
                  <a:pt x="136849" y="87086"/>
                </a:cubicBezTo>
                <a:lnTo>
                  <a:pt x="136849" y="62204"/>
                </a:lnTo>
                <a:lnTo>
                  <a:pt x="12441" y="62204"/>
                </a:lnTo>
                <a:cubicBezTo>
                  <a:pt x="5559" y="62204"/>
                  <a:pt x="0" y="56645"/>
                  <a:pt x="0" y="49763"/>
                </a:cubicBezTo>
                <a:cubicBezTo>
                  <a:pt x="0" y="42882"/>
                  <a:pt x="5559" y="37322"/>
                  <a:pt x="12441" y="37322"/>
                </a:cubicBezTo>
                <a:lnTo>
                  <a:pt x="136849" y="37322"/>
                </a:lnTo>
                <a:lnTo>
                  <a:pt x="136849" y="12441"/>
                </a:lnTo>
                <a:cubicBezTo>
                  <a:pt x="136849" y="7426"/>
                  <a:pt x="139881" y="2877"/>
                  <a:pt x="144547" y="933"/>
                </a:cubicBezTo>
                <a:cubicBezTo>
                  <a:pt x="149212" y="-1011"/>
                  <a:pt x="154538" y="78"/>
                  <a:pt x="158115" y="3616"/>
                </a:cubicBezTo>
                <a:lnTo>
                  <a:pt x="195437" y="40938"/>
                </a:lnTo>
                <a:cubicBezTo>
                  <a:pt x="200297" y="45798"/>
                  <a:pt x="200297" y="53690"/>
                  <a:pt x="195437" y="58550"/>
                </a:cubicBezTo>
                <a:close/>
                <a:moveTo>
                  <a:pt x="40938" y="195399"/>
                </a:moveTo>
                <a:lnTo>
                  <a:pt x="3616" y="158076"/>
                </a:lnTo>
                <a:cubicBezTo>
                  <a:pt x="-1244" y="153216"/>
                  <a:pt x="-1244" y="145324"/>
                  <a:pt x="3616" y="140465"/>
                </a:cubicBezTo>
                <a:lnTo>
                  <a:pt x="40938" y="103142"/>
                </a:lnTo>
                <a:cubicBezTo>
                  <a:pt x="44515" y="99565"/>
                  <a:pt x="49841" y="98516"/>
                  <a:pt x="54506" y="100460"/>
                </a:cubicBezTo>
                <a:cubicBezTo>
                  <a:pt x="59172" y="102403"/>
                  <a:pt x="62204" y="106952"/>
                  <a:pt x="62204" y="111967"/>
                </a:cubicBezTo>
                <a:lnTo>
                  <a:pt x="62204" y="136849"/>
                </a:lnTo>
                <a:lnTo>
                  <a:pt x="186612" y="136849"/>
                </a:lnTo>
                <a:cubicBezTo>
                  <a:pt x="193494" y="136849"/>
                  <a:pt x="199053" y="142408"/>
                  <a:pt x="199053" y="149290"/>
                </a:cubicBezTo>
                <a:cubicBezTo>
                  <a:pt x="199053" y="156171"/>
                  <a:pt x="193494" y="161731"/>
                  <a:pt x="186612" y="161731"/>
                </a:cubicBezTo>
                <a:lnTo>
                  <a:pt x="62204" y="161731"/>
                </a:lnTo>
                <a:lnTo>
                  <a:pt x="62204" y="186612"/>
                </a:lnTo>
                <a:cubicBezTo>
                  <a:pt x="62204" y="191627"/>
                  <a:pt x="59172" y="196176"/>
                  <a:pt x="54506" y="198120"/>
                </a:cubicBezTo>
                <a:cubicBezTo>
                  <a:pt x="49841" y="200064"/>
                  <a:pt x="44515" y="198975"/>
                  <a:pt x="40938" y="19543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9986" y="5523722"/>
            <a:ext cx="5274906" cy="862563"/>
          </a:xfrm>
          <a:custGeom>
            <a:avLst/>
            <a:gdLst/>
            <a:ahLst/>
            <a:cxnLst/>
            <a:rect l="l" t="t" r="r" b="b"/>
            <a:pathLst>
              <a:path w="5274906" h="862563">
                <a:moveTo>
                  <a:pt x="99523" y="0"/>
                </a:moveTo>
                <a:lnTo>
                  <a:pt x="5175384" y="0"/>
                </a:lnTo>
                <a:cubicBezTo>
                  <a:pt x="5230348" y="0"/>
                  <a:pt x="5274906" y="44558"/>
                  <a:pt x="5274906" y="99523"/>
                </a:cubicBezTo>
                <a:lnTo>
                  <a:pt x="5274906" y="763041"/>
                </a:lnTo>
                <a:cubicBezTo>
                  <a:pt x="5274906" y="818006"/>
                  <a:pt x="5230348" y="862563"/>
                  <a:pt x="5175384" y="862563"/>
                </a:cubicBezTo>
                <a:lnTo>
                  <a:pt x="99523" y="862563"/>
                </a:lnTo>
                <a:cubicBezTo>
                  <a:pt x="44558" y="862563"/>
                  <a:pt x="0" y="818006"/>
                  <a:pt x="0" y="763041"/>
                </a:cubicBezTo>
                <a:lnTo>
                  <a:pt x="0" y="99523"/>
                </a:lnTo>
                <a:cubicBezTo>
                  <a:pt x="0" y="44595"/>
                  <a:pt x="44595" y="0"/>
                  <a:pt x="99523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2688" y="5656424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10509" y="5755951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16588" y="8294"/>
                </a:moveTo>
                <a:cubicBezTo>
                  <a:pt x="7439" y="8294"/>
                  <a:pt x="0" y="15732"/>
                  <a:pt x="0" y="24882"/>
                </a:cubicBezTo>
                <a:lnTo>
                  <a:pt x="0" y="41469"/>
                </a:lnTo>
                <a:cubicBezTo>
                  <a:pt x="0" y="50619"/>
                  <a:pt x="7439" y="58057"/>
                  <a:pt x="16588" y="58057"/>
                </a:cubicBezTo>
                <a:lnTo>
                  <a:pt x="99527" y="58057"/>
                </a:lnTo>
                <a:cubicBezTo>
                  <a:pt x="108676" y="58057"/>
                  <a:pt x="116114" y="50619"/>
                  <a:pt x="116114" y="41469"/>
                </a:cubicBezTo>
                <a:lnTo>
                  <a:pt x="116114" y="24882"/>
                </a:lnTo>
                <a:cubicBezTo>
                  <a:pt x="116114" y="15732"/>
                  <a:pt x="108676" y="8294"/>
                  <a:pt x="99527" y="8294"/>
                </a:cubicBezTo>
                <a:lnTo>
                  <a:pt x="16588" y="8294"/>
                </a:lnTo>
                <a:close/>
                <a:moveTo>
                  <a:pt x="72571" y="26955"/>
                </a:moveTo>
                <a:cubicBezTo>
                  <a:pt x="76005" y="26955"/>
                  <a:pt x="78792" y="29742"/>
                  <a:pt x="78792" y="33176"/>
                </a:cubicBezTo>
                <a:cubicBezTo>
                  <a:pt x="78792" y="36609"/>
                  <a:pt x="76005" y="39396"/>
                  <a:pt x="72571" y="39396"/>
                </a:cubicBezTo>
                <a:cubicBezTo>
                  <a:pt x="69138" y="39396"/>
                  <a:pt x="66351" y="36609"/>
                  <a:pt x="66351" y="33176"/>
                </a:cubicBezTo>
                <a:cubicBezTo>
                  <a:pt x="66351" y="29742"/>
                  <a:pt x="69138" y="26955"/>
                  <a:pt x="72571" y="26955"/>
                </a:cubicBezTo>
                <a:close/>
                <a:moveTo>
                  <a:pt x="87086" y="33176"/>
                </a:moveTo>
                <a:cubicBezTo>
                  <a:pt x="87086" y="29742"/>
                  <a:pt x="89873" y="26955"/>
                  <a:pt x="93306" y="26955"/>
                </a:cubicBezTo>
                <a:cubicBezTo>
                  <a:pt x="96739" y="26955"/>
                  <a:pt x="99527" y="29742"/>
                  <a:pt x="99527" y="33176"/>
                </a:cubicBezTo>
                <a:cubicBezTo>
                  <a:pt x="99527" y="36609"/>
                  <a:pt x="96739" y="39396"/>
                  <a:pt x="93306" y="39396"/>
                </a:cubicBezTo>
                <a:cubicBezTo>
                  <a:pt x="89873" y="39396"/>
                  <a:pt x="87086" y="36609"/>
                  <a:pt x="87086" y="33176"/>
                </a:cubicBezTo>
                <a:close/>
                <a:moveTo>
                  <a:pt x="16588" y="74645"/>
                </a:moveTo>
                <a:cubicBezTo>
                  <a:pt x="7439" y="74645"/>
                  <a:pt x="0" y="82083"/>
                  <a:pt x="0" y="91233"/>
                </a:cubicBezTo>
                <a:lnTo>
                  <a:pt x="0" y="107820"/>
                </a:lnTo>
                <a:cubicBezTo>
                  <a:pt x="0" y="116970"/>
                  <a:pt x="7439" y="124408"/>
                  <a:pt x="16588" y="124408"/>
                </a:cubicBezTo>
                <a:lnTo>
                  <a:pt x="99527" y="124408"/>
                </a:lnTo>
                <a:cubicBezTo>
                  <a:pt x="108676" y="124408"/>
                  <a:pt x="116114" y="116970"/>
                  <a:pt x="116114" y="107820"/>
                </a:cubicBezTo>
                <a:lnTo>
                  <a:pt x="116114" y="91233"/>
                </a:lnTo>
                <a:cubicBezTo>
                  <a:pt x="116114" y="82083"/>
                  <a:pt x="108676" y="74645"/>
                  <a:pt x="99527" y="74645"/>
                </a:cubicBezTo>
                <a:lnTo>
                  <a:pt x="16588" y="74645"/>
                </a:lnTo>
                <a:close/>
                <a:moveTo>
                  <a:pt x="72571" y="93306"/>
                </a:moveTo>
                <a:cubicBezTo>
                  <a:pt x="76005" y="93306"/>
                  <a:pt x="78792" y="96093"/>
                  <a:pt x="78792" y="99527"/>
                </a:cubicBezTo>
                <a:cubicBezTo>
                  <a:pt x="78792" y="102960"/>
                  <a:pt x="76005" y="105747"/>
                  <a:pt x="72571" y="105747"/>
                </a:cubicBezTo>
                <a:cubicBezTo>
                  <a:pt x="69138" y="105747"/>
                  <a:pt x="66351" y="102960"/>
                  <a:pt x="66351" y="99527"/>
                </a:cubicBezTo>
                <a:cubicBezTo>
                  <a:pt x="66351" y="96093"/>
                  <a:pt x="69138" y="93306"/>
                  <a:pt x="72571" y="93306"/>
                </a:cubicBezTo>
                <a:close/>
                <a:moveTo>
                  <a:pt x="87086" y="99527"/>
                </a:moveTo>
                <a:cubicBezTo>
                  <a:pt x="87086" y="96093"/>
                  <a:pt x="89873" y="93306"/>
                  <a:pt x="93306" y="93306"/>
                </a:cubicBezTo>
                <a:cubicBezTo>
                  <a:pt x="96739" y="93306"/>
                  <a:pt x="99527" y="96093"/>
                  <a:pt x="99527" y="99527"/>
                </a:cubicBezTo>
                <a:cubicBezTo>
                  <a:pt x="99527" y="102960"/>
                  <a:pt x="96739" y="105747"/>
                  <a:pt x="93306" y="105747"/>
                </a:cubicBezTo>
                <a:cubicBezTo>
                  <a:pt x="89873" y="105747"/>
                  <a:pt x="87086" y="102960"/>
                  <a:pt x="87086" y="99527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33970" y="5706188"/>
            <a:ext cx="978678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Layer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2688" y="6054531"/>
            <a:ext cx="507585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+ Express 5 + RESTful API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74529" y="5200261"/>
            <a:ext cx="248816" cy="248816"/>
          </a:xfrm>
          <a:custGeom>
            <a:avLst/>
            <a:gdLst/>
            <a:ahLst/>
            <a:cxnLst/>
            <a:rect l="l" t="t" r="r" b="b"/>
            <a:pathLst>
              <a:path w="248816" h="248816">
                <a:moveTo>
                  <a:pt x="244248" y="135391"/>
                </a:moveTo>
                <a:cubicBezTo>
                  <a:pt x="250323" y="129316"/>
                  <a:pt x="250323" y="119451"/>
                  <a:pt x="244248" y="113377"/>
                </a:cubicBezTo>
                <a:lnTo>
                  <a:pt x="166493" y="35622"/>
                </a:lnTo>
                <a:cubicBezTo>
                  <a:pt x="160418" y="29547"/>
                  <a:pt x="150553" y="29547"/>
                  <a:pt x="144479" y="35622"/>
                </a:cubicBezTo>
                <a:cubicBezTo>
                  <a:pt x="138404" y="41696"/>
                  <a:pt x="138404" y="51561"/>
                  <a:pt x="144479" y="57636"/>
                </a:cubicBezTo>
                <a:lnTo>
                  <a:pt x="195700" y="108857"/>
                </a:lnTo>
                <a:lnTo>
                  <a:pt x="15551" y="108857"/>
                </a:lnTo>
                <a:cubicBezTo>
                  <a:pt x="6949" y="108857"/>
                  <a:pt x="0" y="115807"/>
                  <a:pt x="0" y="124408"/>
                </a:cubicBezTo>
                <a:cubicBezTo>
                  <a:pt x="0" y="133010"/>
                  <a:pt x="6949" y="139959"/>
                  <a:pt x="15551" y="139959"/>
                </a:cubicBezTo>
                <a:lnTo>
                  <a:pt x="195700" y="139959"/>
                </a:lnTo>
                <a:lnTo>
                  <a:pt x="144479" y="191180"/>
                </a:lnTo>
                <a:cubicBezTo>
                  <a:pt x="138404" y="197255"/>
                  <a:pt x="138404" y="207120"/>
                  <a:pt x="144479" y="213195"/>
                </a:cubicBezTo>
                <a:cubicBezTo>
                  <a:pt x="150553" y="219269"/>
                  <a:pt x="160418" y="219269"/>
                  <a:pt x="166493" y="213195"/>
                </a:cubicBezTo>
                <a:lnTo>
                  <a:pt x="244248" y="135440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51427" y="4644571"/>
            <a:ext cx="5274906" cy="1360196"/>
          </a:xfrm>
          <a:custGeom>
            <a:avLst/>
            <a:gdLst/>
            <a:ahLst/>
            <a:cxnLst/>
            <a:rect l="l" t="t" r="r" b="b"/>
            <a:pathLst>
              <a:path w="5274906" h="1360196">
                <a:moveTo>
                  <a:pt x="99526" y="0"/>
                </a:moveTo>
                <a:lnTo>
                  <a:pt x="5175381" y="0"/>
                </a:lnTo>
                <a:cubicBezTo>
                  <a:pt x="5230347" y="0"/>
                  <a:pt x="5274906" y="44559"/>
                  <a:pt x="5274906" y="99526"/>
                </a:cubicBezTo>
                <a:lnTo>
                  <a:pt x="5274906" y="1260670"/>
                </a:lnTo>
                <a:cubicBezTo>
                  <a:pt x="5274906" y="1315637"/>
                  <a:pt x="5230347" y="1360196"/>
                  <a:pt x="5175381" y="1360196"/>
                </a:cubicBezTo>
                <a:lnTo>
                  <a:pt x="99526" y="1360196"/>
                </a:lnTo>
                <a:cubicBezTo>
                  <a:pt x="44559" y="1360196"/>
                  <a:pt x="0" y="1315637"/>
                  <a:pt x="0" y="1260670"/>
                </a:cubicBezTo>
                <a:lnTo>
                  <a:pt x="0" y="99526"/>
                </a:lnTo>
                <a:cubicBezTo>
                  <a:pt x="0" y="44596"/>
                  <a:pt x="44596" y="0"/>
                  <a:pt x="99526" y="0"/>
                </a:cubicBezTo>
                <a:close/>
              </a:path>
            </a:pathLst>
          </a:custGeom>
          <a:solidFill>
            <a:srgbClr val="334155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84129" y="4777273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66351" y="0"/>
                </a:moveTo>
                <a:lnTo>
                  <a:pt x="265404" y="0"/>
                </a:lnTo>
                <a:cubicBezTo>
                  <a:pt x="302024" y="0"/>
                  <a:pt x="331755" y="29731"/>
                  <a:pt x="331755" y="66351"/>
                </a:cubicBezTo>
                <a:lnTo>
                  <a:pt x="331755" y="265404"/>
                </a:lnTo>
                <a:cubicBezTo>
                  <a:pt x="331755" y="302049"/>
                  <a:pt x="302049" y="331755"/>
                  <a:pt x="265404" y="331755"/>
                </a:cubicBezTo>
                <a:lnTo>
                  <a:pt x="66351" y="331755"/>
                </a:lnTo>
                <a:cubicBezTo>
                  <a:pt x="29731" y="331755"/>
                  <a:pt x="0" y="302024"/>
                  <a:pt x="0" y="265404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691950" y="4876800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116114" y="53340"/>
                </a:moveTo>
                <a:cubicBezTo>
                  <a:pt x="112278" y="55880"/>
                  <a:pt x="107872" y="57928"/>
                  <a:pt x="103285" y="59560"/>
                </a:cubicBezTo>
                <a:cubicBezTo>
                  <a:pt x="91103" y="63915"/>
                  <a:pt x="75111" y="66351"/>
                  <a:pt x="58057" y="66351"/>
                </a:cubicBezTo>
                <a:cubicBezTo>
                  <a:pt x="41003" y="66351"/>
                  <a:pt x="24985" y="63889"/>
                  <a:pt x="12830" y="59560"/>
                </a:cubicBezTo>
                <a:cubicBezTo>
                  <a:pt x="8268" y="57928"/>
                  <a:pt x="3836" y="55880"/>
                  <a:pt x="0" y="53340"/>
                </a:cubicBezTo>
                <a:lnTo>
                  <a:pt x="0" y="74645"/>
                </a:lnTo>
                <a:cubicBezTo>
                  <a:pt x="0" y="86101"/>
                  <a:pt x="25996" y="95380"/>
                  <a:pt x="58057" y="95380"/>
                </a:cubicBezTo>
                <a:cubicBezTo>
                  <a:pt x="90118" y="95380"/>
                  <a:pt x="116114" y="86101"/>
                  <a:pt x="116114" y="74645"/>
                </a:cubicBezTo>
                <a:lnTo>
                  <a:pt x="116114" y="53340"/>
                </a:lnTo>
                <a:close/>
                <a:moveTo>
                  <a:pt x="116114" y="33176"/>
                </a:moveTo>
                <a:lnTo>
                  <a:pt x="116114" y="20735"/>
                </a:lnTo>
                <a:cubicBezTo>
                  <a:pt x="116114" y="9279"/>
                  <a:pt x="90118" y="0"/>
                  <a:pt x="58057" y="0"/>
                </a:cubicBezTo>
                <a:cubicBezTo>
                  <a:pt x="25996" y="0"/>
                  <a:pt x="0" y="9279"/>
                  <a:pt x="0" y="20735"/>
                </a:cubicBezTo>
                <a:lnTo>
                  <a:pt x="0" y="33176"/>
                </a:lnTo>
                <a:cubicBezTo>
                  <a:pt x="0" y="44631"/>
                  <a:pt x="25996" y="53910"/>
                  <a:pt x="58057" y="53910"/>
                </a:cubicBezTo>
                <a:cubicBezTo>
                  <a:pt x="90118" y="53910"/>
                  <a:pt x="116114" y="44631"/>
                  <a:pt x="116114" y="33176"/>
                </a:cubicBezTo>
                <a:close/>
                <a:moveTo>
                  <a:pt x="103285" y="101030"/>
                </a:moveTo>
                <a:cubicBezTo>
                  <a:pt x="91129" y="105358"/>
                  <a:pt x="75137" y="107820"/>
                  <a:pt x="58057" y="107820"/>
                </a:cubicBezTo>
                <a:cubicBezTo>
                  <a:pt x="40977" y="107820"/>
                  <a:pt x="24985" y="105358"/>
                  <a:pt x="12830" y="101030"/>
                </a:cubicBezTo>
                <a:cubicBezTo>
                  <a:pt x="8268" y="99397"/>
                  <a:pt x="3836" y="97349"/>
                  <a:pt x="0" y="94809"/>
                </a:cubicBezTo>
                <a:lnTo>
                  <a:pt x="0" y="111967"/>
                </a:lnTo>
                <a:cubicBezTo>
                  <a:pt x="0" y="123423"/>
                  <a:pt x="25996" y="132702"/>
                  <a:pt x="58057" y="132702"/>
                </a:cubicBezTo>
                <a:cubicBezTo>
                  <a:pt x="90118" y="132702"/>
                  <a:pt x="116114" y="123423"/>
                  <a:pt x="116114" y="111967"/>
                </a:cubicBezTo>
                <a:lnTo>
                  <a:pt x="116114" y="94809"/>
                </a:lnTo>
                <a:cubicBezTo>
                  <a:pt x="112278" y="97349"/>
                  <a:pt x="107872" y="99397"/>
                  <a:pt x="103285" y="10103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15411" y="4827037"/>
            <a:ext cx="837682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84129" y="5175380"/>
            <a:ext cx="507585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Atlas (Cloud)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600717" y="5498841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58057" y="116114"/>
                </a:moveTo>
                <a:cubicBezTo>
                  <a:pt x="90100" y="116114"/>
                  <a:pt x="116114" y="90100"/>
                  <a:pt x="116114" y="58057"/>
                </a:cubicBezTo>
                <a:cubicBezTo>
                  <a:pt x="116114" y="26015"/>
                  <a:pt x="90100" y="0"/>
                  <a:pt x="58057" y="0"/>
                </a:cubicBezTo>
                <a:cubicBezTo>
                  <a:pt x="26015" y="0"/>
                  <a:pt x="0" y="26015"/>
                  <a:pt x="0" y="58057"/>
                </a:cubicBezTo>
                <a:cubicBezTo>
                  <a:pt x="0" y="90100"/>
                  <a:pt x="26015" y="116114"/>
                  <a:pt x="58057" y="116114"/>
                </a:cubicBezTo>
                <a:close/>
                <a:moveTo>
                  <a:pt x="77198" y="48237"/>
                </a:moveTo>
                <a:lnTo>
                  <a:pt x="59055" y="77266"/>
                </a:lnTo>
                <a:cubicBezTo>
                  <a:pt x="58103" y="78785"/>
                  <a:pt x="56470" y="79738"/>
                  <a:pt x="54678" y="79829"/>
                </a:cubicBezTo>
                <a:cubicBezTo>
                  <a:pt x="52886" y="79919"/>
                  <a:pt x="51163" y="79103"/>
                  <a:pt x="50097" y="77651"/>
                </a:cubicBezTo>
                <a:lnTo>
                  <a:pt x="39211" y="63137"/>
                </a:lnTo>
                <a:cubicBezTo>
                  <a:pt x="37397" y="60733"/>
                  <a:pt x="37896" y="57331"/>
                  <a:pt x="40300" y="55517"/>
                </a:cubicBezTo>
                <a:cubicBezTo>
                  <a:pt x="42704" y="53703"/>
                  <a:pt x="46106" y="54202"/>
                  <a:pt x="47920" y="56606"/>
                </a:cubicBezTo>
                <a:lnTo>
                  <a:pt x="54043" y="64770"/>
                </a:lnTo>
                <a:lnTo>
                  <a:pt x="67968" y="42477"/>
                </a:lnTo>
                <a:cubicBezTo>
                  <a:pt x="69555" y="39937"/>
                  <a:pt x="72912" y="39143"/>
                  <a:pt x="75474" y="40753"/>
                </a:cubicBezTo>
                <a:cubicBezTo>
                  <a:pt x="78037" y="42364"/>
                  <a:pt x="78808" y="45697"/>
                  <a:pt x="77198" y="4826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95623" y="5473959"/>
            <a:ext cx="59715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Models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37348" y="5498841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58057" y="116114"/>
                </a:moveTo>
                <a:cubicBezTo>
                  <a:pt x="90100" y="116114"/>
                  <a:pt x="116114" y="90100"/>
                  <a:pt x="116114" y="58057"/>
                </a:cubicBezTo>
                <a:cubicBezTo>
                  <a:pt x="116114" y="26015"/>
                  <a:pt x="90100" y="0"/>
                  <a:pt x="58057" y="0"/>
                </a:cubicBezTo>
                <a:cubicBezTo>
                  <a:pt x="26015" y="0"/>
                  <a:pt x="0" y="26015"/>
                  <a:pt x="0" y="58057"/>
                </a:cubicBezTo>
                <a:cubicBezTo>
                  <a:pt x="0" y="90100"/>
                  <a:pt x="26015" y="116114"/>
                  <a:pt x="58057" y="116114"/>
                </a:cubicBezTo>
                <a:close/>
                <a:moveTo>
                  <a:pt x="77198" y="48237"/>
                </a:moveTo>
                <a:lnTo>
                  <a:pt x="59055" y="77266"/>
                </a:lnTo>
                <a:cubicBezTo>
                  <a:pt x="58103" y="78785"/>
                  <a:pt x="56470" y="79738"/>
                  <a:pt x="54678" y="79829"/>
                </a:cubicBezTo>
                <a:cubicBezTo>
                  <a:pt x="52886" y="79919"/>
                  <a:pt x="51163" y="79103"/>
                  <a:pt x="50097" y="77651"/>
                </a:cubicBezTo>
                <a:lnTo>
                  <a:pt x="39211" y="63137"/>
                </a:lnTo>
                <a:cubicBezTo>
                  <a:pt x="37397" y="60733"/>
                  <a:pt x="37896" y="57331"/>
                  <a:pt x="40300" y="55517"/>
                </a:cubicBezTo>
                <a:cubicBezTo>
                  <a:pt x="42704" y="53703"/>
                  <a:pt x="46106" y="54202"/>
                  <a:pt x="47920" y="56606"/>
                </a:cubicBezTo>
                <a:lnTo>
                  <a:pt x="54043" y="64770"/>
                </a:lnTo>
                <a:lnTo>
                  <a:pt x="67968" y="42477"/>
                </a:lnTo>
                <a:cubicBezTo>
                  <a:pt x="69555" y="39937"/>
                  <a:pt x="72912" y="39143"/>
                  <a:pt x="75474" y="40753"/>
                </a:cubicBezTo>
                <a:cubicBezTo>
                  <a:pt x="78037" y="42364"/>
                  <a:pt x="78808" y="45697"/>
                  <a:pt x="77198" y="4826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332254" y="5473959"/>
            <a:ext cx="804506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Endpoints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600717" y="5731069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58057" y="116114"/>
                </a:moveTo>
                <a:cubicBezTo>
                  <a:pt x="90100" y="116114"/>
                  <a:pt x="116114" y="90100"/>
                  <a:pt x="116114" y="58057"/>
                </a:cubicBezTo>
                <a:cubicBezTo>
                  <a:pt x="116114" y="26015"/>
                  <a:pt x="90100" y="0"/>
                  <a:pt x="58057" y="0"/>
                </a:cubicBezTo>
                <a:cubicBezTo>
                  <a:pt x="26015" y="0"/>
                  <a:pt x="0" y="26015"/>
                  <a:pt x="0" y="58057"/>
                </a:cubicBezTo>
                <a:cubicBezTo>
                  <a:pt x="0" y="90100"/>
                  <a:pt x="26015" y="116114"/>
                  <a:pt x="58057" y="116114"/>
                </a:cubicBezTo>
                <a:close/>
                <a:moveTo>
                  <a:pt x="77198" y="48237"/>
                </a:moveTo>
                <a:lnTo>
                  <a:pt x="59055" y="77266"/>
                </a:lnTo>
                <a:cubicBezTo>
                  <a:pt x="58103" y="78785"/>
                  <a:pt x="56470" y="79738"/>
                  <a:pt x="54678" y="79829"/>
                </a:cubicBezTo>
                <a:cubicBezTo>
                  <a:pt x="52886" y="79919"/>
                  <a:pt x="51163" y="79103"/>
                  <a:pt x="50097" y="77651"/>
                </a:cubicBezTo>
                <a:lnTo>
                  <a:pt x="39211" y="63137"/>
                </a:lnTo>
                <a:cubicBezTo>
                  <a:pt x="37397" y="60733"/>
                  <a:pt x="37896" y="57331"/>
                  <a:pt x="40300" y="55517"/>
                </a:cubicBezTo>
                <a:cubicBezTo>
                  <a:pt x="42704" y="53703"/>
                  <a:pt x="46106" y="54202"/>
                  <a:pt x="47920" y="56606"/>
                </a:cubicBezTo>
                <a:lnTo>
                  <a:pt x="54043" y="64770"/>
                </a:lnTo>
                <a:lnTo>
                  <a:pt x="67968" y="42477"/>
                </a:lnTo>
                <a:cubicBezTo>
                  <a:pt x="69555" y="39937"/>
                  <a:pt x="72912" y="39143"/>
                  <a:pt x="75474" y="40753"/>
                </a:cubicBezTo>
                <a:cubicBezTo>
                  <a:pt x="78037" y="42364"/>
                  <a:pt x="78808" y="45697"/>
                  <a:pt x="77198" y="4826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795623" y="5706188"/>
            <a:ext cx="580571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137348" y="5731069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58057" y="116114"/>
                </a:moveTo>
                <a:cubicBezTo>
                  <a:pt x="90100" y="116114"/>
                  <a:pt x="116114" y="90100"/>
                  <a:pt x="116114" y="58057"/>
                </a:cubicBezTo>
                <a:cubicBezTo>
                  <a:pt x="116114" y="26015"/>
                  <a:pt x="90100" y="0"/>
                  <a:pt x="58057" y="0"/>
                </a:cubicBezTo>
                <a:cubicBezTo>
                  <a:pt x="26015" y="0"/>
                  <a:pt x="0" y="26015"/>
                  <a:pt x="0" y="58057"/>
                </a:cubicBezTo>
                <a:cubicBezTo>
                  <a:pt x="0" y="90100"/>
                  <a:pt x="26015" y="116114"/>
                  <a:pt x="58057" y="116114"/>
                </a:cubicBezTo>
                <a:close/>
                <a:moveTo>
                  <a:pt x="77198" y="48237"/>
                </a:moveTo>
                <a:lnTo>
                  <a:pt x="59055" y="77266"/>
                </a:lnTo>
                <a:cubicBezTo>
                  <a:pt x="58103" y="78785"/>
                  <a:pt x="56470" y="79738"/>
                  <a:pt x="54678" y="79829"/>
                </a:cubicBezTo>
                <a:cubicBezTo>
                  <a:pt x="52886" y="79919"/>
                  <a:pt x="51163" y="79103"/>
                  <a:pt x="50097" y="77651"/>
                </a:cubicBezTo>
                <a:lnTo>
                  <a:pt x="39211" y="63137"/>
                </a:lnTo>
                <a:cubicBezTo>
                  <a:pt x="37397" y="60733"/>
                  <a:pt x="37896" y="57331"/>
                  <a:pt x="40300" y="55517"/>
                </a:cubicBezTo>
                <a:cubicBezTo>
                  <a:pt x="42704" y="53703"/>
                  <a:pt x="46106" y="54202"/>
                  <a:pt x="47920" y="56606"/>
                </a:cubicBezTo>
                <a:lnTo>
                  <a:pt x="54043" y="64770"/>
                </a:lnTo>
                <a:lnTo>
                  <a:pt x="67968" y="42477"/>
                </a:lnTo>
                <a:cubicBezTo>
                  <a:pt x="69555" y="39937"/>
                  <a:pt x="72912" y="39143"/>
                  <a:pt x="75474" y="40753"/>
                </a:cubicBezTo>
                <a:cubicBezTo>
                  <a:pt x="78037" y="42364"/>
                  <a:pt x="78808" y="45697"/>
                  <a:pt x="77198" y="4826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332254" y="5706188"/>
            <a:ext cx="50592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70" name="Rounded Rectangle 69"/>
          <p:cNvSpPr/>
          <p:nvPr/>
        </p:nvSpPr>
        <p:spPr>
          <a:xfrm>
            <a:off x="7827264" y="2340864"/>
            <a:ext cx="4169664" cy="2689479"/>
          </a:xfrm>
          <a:prstGeom prst="roundRect">
            <a:avLst/>
          </a:prstGeom>
          <a:solidFill>
            <a:srgbClr val="C8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72400" y="2286000"/>
            <a:ext cx="411480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09560" y="239572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10728" y="239572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11896" y="2395728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595360" y="2386584"/>
            <a:ext cx="2468880" cy="14630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>
                <a:solidFill>
                  <a:srgbClr val="6C757D"/>
                </a:solidFill>
              </a:defRPr>
            </a:pPr>
            <a:r>
              <a:t>hrms.metal.com/login</a:t>
            </a:r>
          </a:p>
        </p:txBody>
      </p:sp>
      <p:pic>
        <p:nvPicPr>
          <p:cNvPr id="76" name="Picture 75" descr="login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606040"/>
            <a:ext cx="4114800" cy="2314575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7772400" y="2606040"/>
            <a:ext cx="4114800" cy="2314575"/>
          </a:xfrm>
          <a:prstGeom prst="rect">
            <a:avLst/>
          </a:prstGeom>
          <a:noFill/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0" y="4966335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C757D"/>
                </a:solidFill>
              </a:defRPr>
            </a:pPr>
            <a:r>
              <a:t>Secure Authentication Portal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489941"/>
            <a:ext cx="527629" cy="527629"/>
          </a:xfrm>
          <a:custGeom>
            <a:avLst/>
            <a:gdLst/>
            <a:ahLst/>
            <a:cxnLst/>
            <a:rect l="l" t="t" r="r" b="b"/>
            <a:pathLst>
              <a:path w="527629" h="527629">
                <a:moveTo>
                  <a:pt x="113066" y="0"/>
                </a:moveTo>
                <a:lnTo>
                  <a:pt x="414563" y="0"/>
                </a:lnTo>
                <a:cubicBezTo>
                  <a:pt x="477008" y="0"/>
                  <a:pt x="527629" y="50621"/>
                  <a:pt x="527629" y="113066"/>
                </a:cubicBezTo>
                <a:lnTo>
                  <a:pt x="527629" y="414563"/>
                </a:lnTo>
                <a:cubicBezTo>
                  <a:pt x="527629" y="477008"/>
                  <a:pt x="477008" y="527629"/>
                  <a:pt x="414563" y="527629"/>
                </a:cubicBezTo>
                <a:lnTo>
                  <a:pt x="113066" y="527629"/>
                </a:lnTo>
                <a:cubicBezTo>
                  <a:pt x="50621" y="527629"/>
                  <a:pt x="0" y="477008"/>
                  <a:pt x="0" y="414563"/>
                </a:cubicBezTo>
                <a:lnTo>
                  <a:pt x="0" y="113066"/>
                </a:lnTo>
                <a:cubicBezTo>
                  <a:pt x="0" y="50663"/>
                  <a:pt x="50663" y="0"/>
                  <a:pt x="113066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2DD4BF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7629" y="64069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63731" y="0"/>
                </a:moveTo>
                <a:lnTo>
                  <a:pt x="162661" y="0"/>
                </a:lnTo>
                <a:cubicBezTo>
                  <a:pt x="174365" y="0"/>
                  <a:pt x="183905" y="9628"/>
                  <a:pt x="183463" y="21288"/>
                </a:cubicBezTo>
                <a:cubicBezTo>
                  <a:pt x="183375" y="23628"/>
                  <a:pt x="183286" y="25969"/>
                  <a:pt x="183154" y="28266"/>
                </a:cubicBezTo>
                <a:lnTo>
                  <a:pt x="205060" y="28266"/>
                </a:lnTo>
                <a:cubicBezTo>
                  <a:pt x="216587" y="28266"/>
                  <a:pt x="226745" y="37806"/>
                  <a:pt x="225862" y="50260"/>
                </a:cubicBezTo>
                <a:cubicBezTo>
                  <a:pt x="222549" y="96060"/>
                  <a:pt x="199142" y="121234"/>
                  <a:pt x="173747" y="134395"/>
                </a:cubicBezTo>
                <a:cubicBezTo>
                  <a:pt x="166768" y="138017"/>
                  <a:pt x="159658" y="140711"/>
                  <a:pt x="152901" y="142698"/>
                </a:cubicBezTo>
                <a:cubicBezTo>
                  <a:pt x="143979" y="155330"/>
                  <a:pt x="134704" y="161999"/>
                  <a:pt x="127329" y="165576"/>
                </a:cubicBezTo>
                <a:lnTo>
                  <a:pt x="127329" y="197861"/>
                </a:lnTo>
                <a:lnTo>
                  <a:pt x="155595" y="197861"/>
                </a:lnTo>
                <a:cubicBezTo>
                  <a:pt x="163412" y="197861"/>
                  <a:pt x="169728" y="204177"/>
                  <a:pt x="169728" y="211994"/>
                </a:cubicBezTo>
                <a:cubicBezTo>
                  <a:pt x="169728" y="219811"/>
                  <a:pt x="163412" y="226127"/>
                  <a:pt x="155595" y="226127"/>
                </a:cubicBezTo>
                <a:lnTo>
                  <a:pt x="70797" y="226127"/>
                </a:lnTo>
                <a:cubicBezTo>
                  <a:pt x="62980" y="226127"/>
                  <a:pt x="56664" y="219811"/>
                  <a:pt x="56664" y="211994"/>
                </a:cubicBezTo>
                <a:cubicBezTo>
                  <a:pt x="56664" y="204177"/>
                  <a:pt x="62980" y="197861"/>
                  <a:pt x="70797" y="197861"/>
                </a:cubicBezTo>
                <a:lnTo>
                  <a:pt x="99063" y="197861"/>
                </a:lnTo>
                <a:lnTo>
                  <a:pt x="99063" y="165576"/>
                </a:lnTo>
                <a:cubicBezTo>
                  <a:pt x="91996" y="162175"/>
                  <a:pt x="83208" y="155860"/>
                  <a:pt x="74639" y="144244"/>
                </a:cubicBezTo>
                <a:cubicBezTo>
                  <a:pt x="66513" y="142124"/>
                  <a:pt x="57680" y="138900"/>
                  <a:pt x="49068" y="134042"/>
                </a:cubicBezTo>
                <a:cubicBezTo>
                  <a:pt x="25174" y="120660"/>
                  <a:pt x="3622" y="95441"/>
                  <a:pt x="530" y="50172"/>
                </a:cubicBezTo>
                <a:cubicBezTo>
                  <a:pt x="-309" y="37761"/>
                  <a:pt x="9805" y="28222"/>
                  <a:pt x="21332" y="28222"/>
                </a:cubicBezTo>
                <a:lnTo>
                  <a:pt x="43238" y="28222"/>
                </a:lnTo>
                <a:cubicBezTo>
                  <a:pt x="43105" y="25925"/>
                  <a:pt x="43017" y="23628"/>
                  <a:pt x="42929" y="21244"/>
                </a:cubicBezTo>
                <a:cubicBezTo>
                  <a:pt x="42487" y="9540"/>
                  <a:pt x="52027" y="-44"/>
                  <a:pt x="63731" y="-44"/>
                </a:cubicBezTo>
                <a:close/>
                <a:moveTo>
                  <a:pt x="44828" y="49465"/>
                </a:moveTo>
                <a:lnTo>
                  <a:pt x="21685" y="49465"/>
                </a:lnTo>
                <a:cubicBezTo>
                  <a:pt x="24423" y="86873"/>
                  <a:pt x="41604" y="105599"/>
                  <a:pt x="59314" y="115537"/>
                </a:cubicBezTo>
                <a:cubicBezTo>
                  <a:pt x="52954" y="99063"/>
                  <a:pt x="47699" y="77554"/>
                  <a:pt x="44828" y="49465"/>
                </a:cubicBezTo>
                <a:close/>
                <a:moveTo>
                  <a:pt x="167828" y="113417"/>
                </a:moveTo>
                <a:cubicBezTo>
                  <a:pt x="185715" y="102905"/>
                  <a:pt x="201880" y="84223"/>
                  <a:pt x="204618" y="49465"/>
                </a:cubicBezTo>
                <a:lnTo>
                  <a:pt x="181520" y="49465"/>
                </a:lnTo>
                <a:cubicBezTo>
                  <a:pt x="178781" y="76362"/>
                  <a:pt x="173835" y="97252"/>
                  <a:pt x="167828" y="1134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5258" y="376878"/>
            <a:ext cx="5125539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Benefits &amp; ROI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5258" y="866819"/>
            <a:ext cx="498421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value and transformation outcomes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019" y="128452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223" y="140073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286" y="151379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08151" y="2959"/>
                </a:moveTo>
                <a:cubicBezTo>
                  <a:pt x="210978" y="265"/>
                  <a:pt x="215085" y="-707"/>
                  <a:pt x="218884" y="530"/>
                </a:cubicBezTo>
                <a:cubicBezTo>
                  <a:pt x="223212" y="1987"/>
                  <a:pt x="226127" y="6051"/>
                  <a:pt x="226127" y="10600"/>
                </a:cubicBezTo>
                <a:lnTo>
                  <a:pt x="226127" y="93145"/>
                </a:lnTo>
                <a:cubicBezTo>
                  <a:pt x="226127" y="151090"/>
                  <a:pt x="178384" y="197861"/>
                  <a:pt x="120660" y="197861"/>
                </a:cubicBezTo>
                <a:cubicBezTo>
                  <a:pt x="86652" y="197861"/>
                  <a:pt x="57327" y="175999"/>
                  <a:pt x="46683" y="145437"/>
                </a:cubicBezTo>
                <a:cubicBezTo>
                  <a:pt x="31048" y="159040"/>
                  <a:pt x="21199" y="179046"/>
                  <a:pt x="21199" y="201394"/>
                </a:cubicBezTo>
                <a:cubicBezTo>
                  <a:pt x="21199" y="207268"/>
                  <a:pt x="16474" y="211994"/>
                  <a:pt x="10600" y="211994"/>
                </a:cubicBezTo>
                <a:cubicBezTo>
                  <a:pt x="4726" y="211994"/>
                  <a:pt x="0" y="207268"/>
                  <a:pt x="0" y="201394"/>
                </a:cubicBezTo>
                <a:cubicBezTo>
                  <a:pt x="0" y="168314"/>
                  <a:pt x="16871" y="139165"/>
                  <a:pt x="42443" y="122029"/>
                </a:cubicBezTo>
                <a:cubicBezTo>
                  <a:pt x="58033" y="111606"/>
                  <a:pt x="76627" y="105997"/>
                  <a:pt x="95397" y="105997"/>
                </a:cubicBezTo>
                <a:lnTo>
                  <a:pt x="130730" y="105997"/>
                </a:lnTo>
                <a:cubicBezTo>
                  <a:pt x="136604" y="105997"/>
                  <a:pt x="141329" y="101271"/>
                  <a:pt x="141329" y="95397"/>
                </a:cubicBezTo>
                <a:cubicBezTo>
                  <a:pt x="141329" y="89523"/>
                  <a:pt x="136604" y="84798"/>
                  <a:pt x="130730" y="84798"/>
                </a:cubicBezTo>
                <a:lnTo>
                  <a:pt x="95397" y="84798"/>
                </a:lnTo>
                <a:cubicBezTo>
                  <a:pt x="77864" y="84798"/>
                  <a:pt x="61257" y="88684"/>
                  <a:pt x="46374" y="95618"/>
                </a:cubicBezTo>
                <a:cubicBezTo>
                  <a:pt x="56664" y="64702"/>
                  <a:pt x="85769" y="42399"/>
                  <a:pt x="120130" y="42399"/>
                </a:cubicBezTo>
                <a:cubicBezTo>
                  <a:pt x="149456" y="42399"/>
                  <a:pt x="171273" y="32638"/>
                  <a:pt x="185804" y="22966"/>
                </a:cubicBezTo>
                <a:cubicBezTo>
                  <a:pt x="194284" y="17313"/>
                  <a:pt x="201482" y="10556"/>
                  <a:pt x="208196" y="295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223" y="1966049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Paper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6223" y="230524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digital HR operations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more manual forms, spreadsheets, or paper-based workflows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3704" y="128452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59908" y="140073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72972" y="151379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13063" y="0"/>
                </a:moveTo>
                <a:cubicBezTo>
                  <a:pt x="175465" y="0"/>
                  <a:pt x="226127" y="50662"/>
                  <a:pt x="226127" y="113063"/>
                </a:cubicBezTo>
                <a:cubicBezTo>
                  <a:pt x="226127" y="175465"/>
                  <a:pt x="175465" y="226127"/>
                  <a:pt x="113063" y="226127"/>
                </a:cubicBezTo>
                <a:cubicBezTo>
                  <a:pt x="50662" y="226127"/>
                  <a:pt x="0" y="175465"/>
                  <a:pt x="0" y="113063"/>
                </a:cubicBezTo>
                <a:cubicBezTo>
                  <a:pt x="0" y="50662"/>
                  <a:pt x="50662" y="0"/>
                  <a:pt x="113063" y="0"/>
                </a:cubicBezTo>
                <a:close/>
                <a:moveTo>
                  <a:pt x="102464" y="52998"/>
                </a:moveTo>
                <a:lnTo>
                  <a:pt x="102464" y="113063"/>
                </a:lnTo>
                <a:cubicBezTo>
                  <a:pt x="102464" y="116597"/>
                  <a:pt x="104230" y="119909"/>
                  <a:pt x="107189" y="121896"/>
                </a:cubicBezTo>
                <a:lnTo>
                  <a:pt x="149588" y="150162"/>
                </a:lnTo>
                <a:cubicBezTo>
                  <a:pt x="154446" y="153431"/>
                  <a:pt x="161027" y="152106"/>
                  <a:pt x="164295" y="147203"/>
                </a:cubicBezTo>
                <a:cubicBezTo>
                  <a:pt x="167563" y="142301"/>
                  <a:pt x="166238" y="135764"/>
                  <a:pt x="161336" y="132496"/>
                </a:cubicBezTo>
                <a:lnTo>
                  <a:pt x="123663" y="107410"/>
                </a:lnTo>
                <a:lnTo>
                  <a:pt x="123663" y="52998"/>
                </a:lnTo>
                <a:cubicBezTo>
                  <a:pt x="123663" y="47124"/>
                  <a:pt x="118937" y="42399"/>
                  <a:pt x="113063" y="42399"/>
                </a:cubicBezTo>
                <a:cubicBezTo>
                  <a:pt x="107189" y="42399"/>
                  <a:pt x="102464" y="47124"/>
                  <a:pt x="102464" y="52998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59908" y="1966049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9908" y="230524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salary calculation, attendance tracking, and leave management </a:t>
            </a: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saves hours daily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7390" y="128452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3594" y="140073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36657" y="151379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97861" y="113063"/>
                </a:moveTo>
                <a:cubicBezTo>
                  <a:pt x="197861" y="66262"/>
                  <a:pt x="159864" y="28266"/>
                  <a:pt x="113063" y="28266"/>
                </a:cubicBezTo>
                <a:cubicBezTo>
                  <a:pt x="66262" y="28266"/>
                  <a:pt x="28266" y="66262"/>
                  <a:pt x="28266" y="113063"/>
                </a:cubicBezTo>
                <a:cubicBezTo>
                  <a:pt x="28266" y="159864"/>
                  <a:pt x="66262" y="197861"/>
                  <a:pt x="113063" y="197861"/>
                </a:cubicBezTo>
                <a:cubicBezTo>
                  <a:pt x="159864" y="197861"/>
                  <a:pt x="197861" y="159864"/>
                  <a:pt x="197861" y="113063"/>
                </a:cubicBezTo>
                <a:close/>
                <a:moveTo>
                  <a:pt x="0" y="113063"/>
                </a:moveTo>
                <a:cubicBezTo>
                  <a:pt x="0" y="50662"/>
                  <a:pt x="50662" y="0"/>
                  <a:pt x="113063" y="0"/>
                </a:cubicBezTo>
                <a:cubicBezTo>
                  <a:pt x="175465" y="0"/>
                  <a:pt x="226127" y="50662"/>
                  <a:pt x="226127" y="113063"/>
                </a:cubicBezTo>
                <a:cubicBezTo>
                  <a:pt x="226127" y="175465"/>
                  <a:pt x="175465" y="226127"/>
                  <a:pt x="113063" y="226127"/>
                </a:cubicBezTo>
                <a:cubicBezTo>
                  <a:pt x="50662" y="226127"/>
                  <a:pt x="0" y="175465"/>
                  <a:pt x="0" y="113063"/>
                </a:cubicBezTo>
                <a:close/>
                <a:moveTo>
                  <a:pt x="113063" y="148396"/>
                </a:moveTo>
                <a:cubicBezTo>
                  <a:pt x="132564" y="148396"/>
                  <a:pt x="148396" y="132564"/>
                  <a:pt x="148396" y="113063"/>
                </a:cubicBezTo>
                <a:cubicBezTo>
                  <a:pt x="148396" y="93563"/>
                  <a:pt x="132564" y="77731"/>
                  <a:pt x="113063" y="77731"/>
                </a:cubicBezTo>
                <a:cubicBezTo>
                  <a:pt x="93563" y="77731"/>
                  <a:pt x="77731" y="93563"/>
                  <a:pt x="77731" y="113063"/>
                </a:cubicBezTo>
                <a:cubicBezTo>
                  <a:pt x="77731" y="132564"/>
                  <a:pt x="93563" y="148396"/>
                  <a:pt x="113063" y="148396"/>
                </a:cubicBezTo>
                <a:close/>
                <a:moveTo>
                  <a:pt x="113063" y="49465"/>
                </a:moveTo>
                <a:cubicBezTo>
                  <a:pt x="148164" y="49465"/>
                  <a:pt x="176662" y="77963"/>
                  <a:pt x="176662" y="113063"/>
                </a:cubicBezTo>
                <a:cubicBezTo>
                  <a:pt x="176662" y="148164"/>
                  <a:pt x="148164" y="176662"/>
                  <a:pt x="113063" y="176662"/>
                </a:cubicBezTo>
                <a:cubicBezTo>
                  <a:pt x="77963" y="176662"/>
                  <a:pt x="49465" y="148164"/>
                  <a:pt x="49465" y="113063"/>
                </a:cubicBezTo>
                <a:cubicBezTo>
                  <a:pt x="49465" y="77963"/>
                  <a:pt x="77963" y="49465"/>
                  <a:pt x="113063" y="49465"/>
                </a:cubicBezTo>
                <a:close/>
                <a:moveTo>
                  <a:pt x="98930" y="113063"/>
                </a:moveTo>
                <a:cubicBezTo>
                  <a:pt x="98930" y="105263"/>
                  <a:pt x="105263" y="98930"/>
                  <a:pt x="113063" y="98930"/>
                </a:cubicBezTo>
                <a:cubicBezTo>
                  <a:pt x="120864" y="98930"/>
                  <a:pt x="127196" y="105263"/>
                  <a:pt x="127196" y="113063"/>
                </a:cubicBezTo>
                <a:cubicBezTo>
                  <a:pt x="127196" y="120864"/>
                  <a:pt x="120864" y="127196"/>
                  <a:pt x="113063" y="127196"/>
                </a:cubicBezTo>
                <a:cubicBezTo>
                  <a:pt x="105263" y="127196"/>
                  <a:pt x="98930" y="120864"/>
                  <a:pt x="98930" y="11306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3594" y="1966049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3594" y="230524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human error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payroll processing, attendance tracking, and compliance monitoring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019" y="3068420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6223" y="318461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5153" y="3297682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74904" y="67750"/>
                </a:moveTo>
                <a:lnTo>
                  <a:pt x="66646" y="59491"/>
                </a:lnTo>
                <a:cubicBezTo>
                  <a:pt x="61125" y="53970"/>
                  <a:pt x="61125" y="45005"/>
                  <a:pt x="66646" y="39484"/>
                </a:cubicBezTo>
                <a:lnTo>
                  <a:pt x="117303" y="-11218"/>
                </a:lnTo>
                <a:cubicBezTo>
                  <a:pt x="122824" y="-16739"/>
                  <a:pt x="131789" y="-16739"/>
                  <a:pt x="137310" y="-11218"/>
                </a:cubicBezTo>
                <a:lnTo>
                  <a:pt x="145569" y="-2915"/>
                </a:lnTo>
                <a:cubicBezTo>
                  <a:pt x="151090" y="2606"/>
                  <a:pt x="151090" y="11571"/>
                  <a:pt x="145569" y="17092"/>
                </a:cubicBezTo>
                <a:lnTo>
                  <a:pt x="94911" y="67750"/>
                </a:lnTo>
                <a:cubicBezTo>
                  <a:pt x="89391" y="73270"/>
                  <a:pt x="80425" y="73270"/>
                  <a:pt x="74904" y="67750"/>
                </a:cubicBezTo>
                <a:close/>
                <a:moveTo>
                  <a:pt x="121896" y="93498"/>
                </a:moveTo>
                <a:lnTo>
                  <a:pt x="108029" y="79630"/>
                </a:lnTo>
                <a:lnTo>
                  <a:pt x="157494" y="30165"/>
                </a:lnTo>
                <a:lnTo>
                  <a:pt x="210227" y="82898"/>
                </a:lnTo>
                <a:lnTo>
                  <a:pt x="160762" y="132364"/>
                </a:lnTo>
                <a:lnTo>
                  <a:pt x="146894" y="118496"/>
                </a:lnTo>
                <a:lnTo>
                  <a:pt x="44430" y="220959"/>
                </a:lnTo>
                <a:cubicBezTo>
                  <a:pt x="37541" y="227849"/>
                  <a:pt x="26367" y="227849"/>
                  <a:pt x="19433" y="220959"/>
                </a:cubicBezTo>
                <a:cubicBezTo>
                  <a:pt x="12499" y="214070"/>
                  <a:pt x="12543" y="202896"/>
                  <a:pt x="19433" y="195962"/>
                </a:cubicBezTo>
                <a:lnTo>
                  <a:pt x="121896" y="93498"/>
                </a:lnTo>
                <a:close/>
                <a:moveTo>
                  <a:pt x="172642" y="165444"/>
                </a:moveTo>
                <a:cubicBezTo>
                  <a:pt x="167122" y="159923"/>
                  <a:pt x="167122" y="150957"/>
                  <a:pt x="172642" y="145437"/>
                </a:cubicBezTo>
                <a:lnTo>
                  <a:pt x="223300" y="94779"/>
                </a:lnTo>
                <a:cubicBezTo>
                  <a:pt x="228821" y="89258"/>
                  <a:pt x="237786" y="89258"/>
                  <a:pt x="243307" y="94779"/>
                </a:cubicBezTo>
                <a:lnTo>
                  <a:pt x="251566" y="103038"/>
                </a:lnTo>
                <a:cubicBezTo>
                  <a:pt x="257087" y="108559"/>
                  <a:pt x="257087" y="117524"/>
                  <a:pt x="251566" y="123045"/>
                </a:cubicBezTo>
                <a:lnTo>
                  <a:pt x="200908" y="173747"/>
                </a:lnTo>
                <a:cubicBezTo>
                  <a:pt x="195388" y="179267"/>
                  <a:pt x="186422" y="179267"/>
                  <a:pt x="180901" y="173747"/>
                </a:cubicBezTo>
                <a:lnTo>
                  <a:pt x="172642" y="16548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6223" y="3749935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6223" y="4089125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labor law compliance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monitoring with real-time alerts and blocking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3704" y="3068420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59908" y="318461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58839" y="3297682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127196" y="14133"/>
                </a:moveTo>
                <a:cubicBezTo>
                  <a:pt x="91511" y="14133"/>
                  <a:pt x="62936" y="30386"/>
                  <a:pt x="42134" y="49730"/>
                </a:cubicBezTo>
                <a:cubicBezTo>
                  <a:pt x="21464" y="68942"/>
                  <a:pt x="7641" y="91864"/>
                  <a:pt x="1060" y="107631"/>
                </a:cubicBezTo>
                <a:cubicBezTo>
                  <a:pt x="-397" y="111120"/>
                  <a:pt x="-397" y="115007"/>
                  <a:pt x="1060" y="118496"/>
                </a:cubicBezTo>
                <a:cubicBezTo>
                  <a:pt x="7641" y="134263"/>
                  <a:pt x="21464" y="157229"/>
                  <a:pt x="42134" y="176397"/>
                </a:cubicBezTo>
                <a:cubicBezTo>
                  <a:pt x="62936" y="195697"/>
                  <a:pt x="91511" y="211994"/>
                  <a:pt x="127196" y="211994"/>
                </a:cubicBezTo>
                <a:cubicBezTo>
                  <a:pt x="162882" y="211994"/>
                  <a:pt x="191457" y="195741"/>
                  <a:pt x="212259" y="176397"/>
                </a:cubicBezTo>
                <a:cubicBezTo>
                  <a:pt x="232928" y="157185"/>
                  <a:pt x="246752" y="134263"/>
                  <a:pt x="253333" y="118496"/>
                </a:cubicBezTo>
                <a:cubicBezTo>
                  <a:pt x="254790" y="115007"/>
                  <a:pt x="254790" y="111120"/>
                  <a:pt x="253333" y="107631"/>
                </a:cubicBezTo>
                <a:cubicBezTo>
                  <a:pt x="246752" y="91864"/>
                  <a:pt x="232928" y="68898"/>
                  <a:pt x="212259" y="49730"/>
                </a:cubicBezTo>
                <a:cubicBezTo>
                  <a:pt x="191457" y="30430"/>
                  <a:pt x="162882" y="14133"/>
                  <a:pt x="127196" y="14133"/>
                </a:cubicBezTo>
                <a:close/>
                <a:moveTo>
                  <a:pt x="63598" y="113063"/>
                </a:moveTo>
                <a:cubicBezTo>
                  <a:pt x="63598" y="77963"/>
                  <a:pt x="92096" y="49465"/>
                  <a:pt x="127196" y="49465"/>
                </a:cubicBezTo>
                <a:cubicBezTo>
                  <a:pt x="162297" y="49465"/>
                  <a:pt x="190794" y="77963"/>
                  <a:pt x="190794" y="113063"/>
                </a:cubicBezTo>
                <a:cubicBezTo>
                  <a:pt x="190794" y="148164"/>
                  <a:pt x="162297" y="176662"/>
                  <a:pt x="127196" y="176662"/>
                </a:cubicBezTo>
                <a:cubicBezTo>
                  <a:pt x="92096" y="176662"/>
                  <a:pt x="63598" y="148164"/>
                  <a:pt x="63598" y="113063"/>
                </a:cubicBezTo>
                <a:close/>
                <a:moveTo>
                  <a:pt x="127196" y="84798"/>
                </a:moveTo>
                <a:cubicBezTo>
                  <a:pt x="127196" y="100388"/>
                  <a:pt x="114521" y="113063"/>
                  <a:pt x="98930" y="113063"/>
                </a:cubicBezTo>
                <a:cubicBezTo>
                  <a:pt x="93851" y="113063"/>
                  <a:pt x="89082" y="111738"/>
                  <a:pt x="84930" y="109353"/>
                </a:cubicBezTo>
                <a:cubicBezTo>
                  <a:pt x="84488" y="114168"/>
                  <a:pt x="84886" y="119114"/>
                  <a:pt x="86211" y="124016"/>
                </a:cubicBezTo>
                <a:cubicBezTo>
                  <a:pt x="92261" y="146629"/>
                  <a:pt x="115537" y="160055"/>
                  <a:pt x="138149" y="154005"/>
                </a:cubicBezTo>
                <a:cubicBezTo>
                  <a:pt x="160762" y="147954"/>
                  <a:pt x="174188" y="124679"/>
                  <a:pt x="168138" y="102066"/>
                </a:cubicBezTo>
                <a:cubicBezTo>
                  <a:pt x="162749" y="81883"/>
                  <a:pt x="143626" y="69030"/>
                  <a:pt x="123486" y="70797"/>
                </a:cubicBezTo>
                <a:cubicBezTo>
                  <a:pt x="125827" y="74904"/>
                  <a:pt x="127196" y="79674"/>
                  <a:pt x="127196" y="84798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9908" y="3749935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9908" y="4089125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approval workflows with </a:t>
            </a: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audit trails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 action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7390" y="3068420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3594" y="318461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36657" y="329768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55418" y="123663"/>
                </a:moveTo>
                <a:lnTo>
                  <a:pt x="71106" y="123663"/>
                </a:lnTo>
                <a:cubicBezTo>
                  <a:pt x="72387" y="152150"/>
                  <a:pt x="78703" y="178384"/>
                  <a:pt x="87668" y="197596"/>
                </a:cubicBezTo>
                <a:cubicBezTo>
                  <a:pt x="92703" y="208416"/>
                  <a:pt x="98135" y="216057"/>
                  <a:pt x="103170" y="220739"/>
                </a:cubicBezTo>
                <a:cubicBezTo>
                  <a:pt x="108117" y="225376"/>
                  <a:pt x="111518" y="226127"/>
                  <a:pt x="113284" y="226127"/>
                </a:cubicBezTo>
                <a:cubicBezTo>
                  <a:pt x="115051" y="226127"/>
                  <a:pt x="118452" y="225376"/>
                  <a:pt x="123398" y="220739"/>
                </a:cubicBezTo>
                <a:cubicBezTo>
                  <a:pt x="128433" y="216057"/>
                  <a:pt x="133865" y="208372"/>
                  <a:pt x="138900" y="197596"/>
                </a:cubicBezTo>
                <a:cubicBezTo>
                  <a:pt x="147866" y="178384"/>
                  <a:pt x="154181" y="152150"/>
                  <a:pt x="155462" y="123663"/>
                </a:cubicBezTo>
                <a:close/>
                <a:moveTo>
                  <a:pt x="71062" y="102464"/>
                </a:moveTo>
                <a:lnTo>
                  <a:pt x="155374" y="102464"/>
                </a:lnTo>
                <a:cubicBezTo>
                  <a:pt x="154137" y="73977"/>
                  <a:pt x="147822" y="47743"/>
                  <a:pt x="138856" y="28531"/>
                </a:cubicBezTo>
                <a:cubicBezTo>
                  <a:pt x="133821" y="17754"/>
                  <a:pt x="128389" y="10070"/>
                  <a:pt x="123354" y="5388"/>
                </a:cubicBezTo>
                <a:cubicBezTo>
                  <a:pt x="118407" y="751"/>
                  <a:pt x="115007" y="0"/>
                  <a:pt x="113240" y="0"/>
                </a:cubicBezTo>
                <a:cubicBezTo>
                  <a:pt x="111473" y="0"/>
                  <a:pt x="108073" y="751"/>
                  <a:pt x="103126" y="5388"/>
                </a:cubicBezTo>
                <a:cubicBezTo>
                  <a:pt x="98091" y="10070"/>
                  <a:pt x="92659" y="17754"/>
                  <a:pt x="87624" y="28531"/>
                </a:cubicBezTo>
                <a:cubicBezTo>
                  <a:pt x="78659" y="47743"/>
                  <a:pt x="72343" y="73977"/>
                  <a:pt x="71062" y="102464"/>
                </a:cubicBezTo>
                <a:close/>
                <a:moveTo>
                  <a:pt x="49863" y="102464"/>
                </a:moveTo>
                <a:cubicBezTo>
                  <a:pt x="51409" y="64658"/>
                  <a:pt x="61169" y="29547"/>
                  <a:pt x="75434" y="6492"/>
                </a:cubicBezTo>
                <a:cubicBezTo>
                  <a:pt x="34758" y="20890"/>
                  <a:pt x="4814" y="57945"/>
                  <a:pt x="662" y="102464"/>
                </a:cubicBezTo>
                <a:lnTo>
                  <a:pt x="49863" y="102464"/>
                </a:lnTo>
                <a:close/>
                <a:moveTo>
                  <a:pt x="662" y="123663"/>
                </a:moveTo>
                <a:cubicBezTo>
                  <a:pt x="4814" y="168182"/>
                  <a:pt x="34758" y="205237"/>
                  <a:pt x="75434" y="219634"/>
                </a:cubicBezTo>
                <a:cubicBezTo>
                  <a:pt x="61169" y="196580"/>
                  <a:pt x="51409" y="161469"/>
                  <a:pt x="49863" y="123663"/>
                </a:cubicBezTo>
                <a:lnTo>
                  <a:pt x="662" y="123663"/>
                </a:lnTo>
                <a:close/>
                <a:moveTo>
                  <a:pt x="176617" y="123663"/>
                </a:moveTo>
                <a:cubicBezTo>
                  <a:pt x="175072" y="161469"/>
                  <a:pt x="165311" y="196580"/>
                  <a:pt x="151046" y="219634"/>
                </a:cubicBezTo>
                <a:cubicBezTo>
                  <a:pt x="191722" y="205192"/>
                  <a:pt x="221666" y="168182"/>
                  <a:pt x="225818" y="123663"/>
                </a:cubicBezTo>
                <a:lnTo>
                  <a:pt x="176617" y="123663"/>
                </a:lnTo>
                <a:close/>
                <a:moveTo>
                  <a:pt x="225818" y="102464"/>
                </a:moveTo>
                <a:cubicBezTo>
                  <a:pt x="221666" y="57945"/>
                  <a:pt x="191722" y="20890"/>
                  <a:pt x="151046" y="6492"/>
                </a:cubicBezTo>
                <a:cubicBezTo>
                  <a:pt x="165311" y="29547"/>
                  <a:pt x="175072" y="64658"/>
                  <a:pt x="176617" y="102464"/>
                </a:cubicBezTo>
                <a:lnTo>
                  <a:pt x="225818" y="102464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3594" y="3749935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3594" y="4089125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on </a:t>
            </a: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and mobile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anytime, anywhere access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0019" y="485230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8467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6223" y="496851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3419" y="5081576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74198" y="14133"/>
                </a:moveTo>
                <a:lnTo>
                  <a:pt x="10600" y="14133"/>
                </a:lnTo>
                <a:cubicBezTo>
                  <a:pt x="4726" y="14133"/>
                  <a:pt x="0" y="18859"/>
                  <a:pt x="0" y="24733"/>
                </a:cubicBezTo>
                <a:lnTo>
                  <a:pt x="0" y="88331"/>
                </a:lnTo>
                <a:cubicBezTo>
                  <a:pt x="0" y="92615"/>
                  <a:pt x="2562" y="96501"/>
                  <a:pt x="6536" y="98135"/>
                </a:cubicBezTo>
                <a:cubicBezTo>
                  <a:pt x="10511" y="99770"/>
                  <a:pt x="15060" y="98842"/>
                  <a:pt x="18108" y="95839"/>
                </a:cubicBezTo>
                <a:lnTo>
                  <a:pt x="35774" y="78173"/>
                </a:lnTo>
                <a:lnTo>
                  <a:pt x="70665" y="113063"/>
                </a:lnTo>
                <a:lnTo>
                  <a:pt x="35774" y="147954"/>
                </a:lnTo>
                <a:lnTo>
                  <a:pt x="18108" y="130288"/>
                </a:lnTo>
                <a:cubicBezTo>
                  <a:pt x="15060" y="127240"/>
                  <a:pt x="10511" y="126357"/>
                  <a:pt x="6536" y="127991"/>
                </a:cubicBezTo>
                <a:cubicBezTo>
                  <a:pt x="2562" y="129625"/>
                  <a:pt x="0" y="133512"/>
                  <a:pt x="0" y="137796"/>
                </a:cubicBezTo>
                <a:lnTo>
                  <a:pt x="0" y="201394"/>
                </a:lnTo>
                <a:cubicBezTo>
                  <a:pt x="0" y="207268"/>
                  <a:pt x="4726" y="211994"/>
                  <a:pt x="10600" y="211994"/>
                </a:cubicBezTo>
                <a:lnTo>
                  <a:pt x="74198" y="211994"/>
                </a:lnTo>
                <a:cubicBezTo>
                  <a:pt x="78482" y="211994"/>
                  <a:pt x="82368" y="209432"/>
                  <a:pt x="84003" y="205457"/>
                </a:cubicBezTo>
                <a:cubicBezTo>
                  <a:pt x="85637" y="201482"/>
                  <a:pt x="84753" y="196933"/>
                  <a:pt x="81706" y="193886"/>
                </a:cubicBezTo>
                <a:lnTo>
                  <a:pt x="64040" y="176220"/>
                </a:lnTo>
                <a:lnTo>
                  <a:pt x="98930" y="141329"/>
                </a:lnTo>
                <a:lnTo>
                  <a:pt x="133821" y="176220"/>
                </a:lnTo>
                <a:lnTo>
                  <a:pt x="116155" y="193886"/>
                </a:lnTo>
                <a:cubicBezTo>
                  <a:pt x="113108" y="196933"/>
                  <a:pt x="112224" y="201482"/>
                  <a:pt x="113858" y="205457"/>
                </a:cubicBezTo>
                <a:cubicBezTo>
                  <a:pt x="115492" y="209432"/>
                  <a:pt x="119379" y="211994"/>
                  <a:pt x="123663" y="211994"/>
                </a:cubicBezTo>
                <a:lnTo>
                  <a:pt x="187261" y="211994"/>
                </a:lnTo>
                <a:cubicBezTo>
                  <a:pt x="193135" y="211994"/>
                  <a:pt x="197861" y="207268"/>
                  <a:pt x="197861" y="201394"/>
                </a:cubicBezTo>
                <a:lnTo>
                  <a:pt x="197861" y="137796"/>
                </a:lnTo>
                <a:cubicBezTo>
                  <a:pt x="197861" y="133512"/>
                  <a:pt x="195299" y="129625"/>
                  <a:pt x="191324" y="127991"/>
                </a:cubicBezTo>
                <a:cubicBezTo>
                  <a:pt x="187350" y="126357"/>
                  <a:pt x="182801" y="127240"/>
                  <a:pt x="179753" y="130288"/>
                </a:cubicBezTo>
                <a:lnTo>
                  <a:pt x="162087" y="147954"/>
                </a:lnTo>
                <a:lnTo>
                  <a:pt x="127196" y="113063"/>
                </a:lnTo>
                <a:lnTo>
                  <a:pt x="162087" y="78173"/>
                </a:lnTo>
                <a:lnTo>
                  <a:pt x="179753" y="95839"/>
                </a:lnTo>
                <a:cubicBezTo>
                  <a:pt x="182801" y="98886"/>
                  <a:pt x="187350" y="99770"/>
                  <a:pt x="191324" y="98135"/>
                </a:cubicBezTo>
                <a:cubicBezTo>
                  <a:pt x="195299" y="96501"/>
                  <a:pt x="197861" y="92615"/>
                  <a:pt x="197861" y="88331"/>
                </a:cubicBezTo>
                <a:lnTo>
                  <a:pt x="197861" y="24733"/>
                </a:lnTo>
                <a:cubicBezTo>
                  <a:pt x="197861" y="18859"/>
                  <a:pt x="193135" y="14133"/>
                  <a:pt x="187261" y="14133"/>
                </a:cubicBezTo>
                <a:lnTo>
                  <a:pt x="123663" y="14133"/>
                </a:lnTo>
                <a:cubicBezTo>
                  <a:pt x="119379" y="14133"/>
                  <a:pt x="115492" y="16695"/>
                  <a:pt x="113858" y="20669"/>
                </a:cubicBezTo>
                <a:cubicBezTo>
                  <a:pt x="112224" y="24644"/>
                  <a:pt x="113152" y="29193"/>
                  <a:pt x="116155" y="32241"/>
                </a:cubicBezTo>
                <a:lnTo>
                  <a:pt x="133821" y="49907"/>
                </a:lnTo>
                <a:lnTo>
                  <a:pt x="98930" y="84798"/>
                </a:lnTo>
                <a:lnTo>
                  <a:pt x="64040" y="49907"/>
                </a:lnTo>
                <a:lnTo>
                  <a:pt x="81706" y="32241"/>
                </a:lnTo>
                <a:cubicBezTo>
                  <a:pt x="84753" y="29193"/>
                  <a:pt x="85637" y="24644"/>
                  <a:pt x="84003" y="20669"/>
                </a:cubicBezTo>
                <a:cubicBezTo>
                  <a:pt x="82368" y="16695"/>
                  <a:pt x="78482" y="14133"/>
                  <a:pt x="74198" y="1413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6223" y="5533830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6223" y="587302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MongoDB-based architecture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growing workforce without performance issues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3704" y="485230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2700000" scaled="1"/>
          </a:gradFill>
          <a:ln w="8467">
            <a:solidFill>
              <a:srgbClr val="0D948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59908" y="496851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58839" y="5081576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127196" y="-14133"/>
                </a:moveTo>
                <a:cubicBezTo>
                  <a:pt x="150597" y="-14133"/>
                  <a:pt x="169595" y="4865"/>
                  <a:pt x="169595" y="28266"/>
                </a:cubicBezTo>
                <a:cubicBezTo>
                  <a:pt x="169595" y="51666"/>
                  <a:pt x="150597" y="70665"/>
                  <a:pt x="127196" y="70665"/>
                </a:cubicBezTo>
                <a:cubicBezTo>
                  <a:pt x="103796" y="70665"/>
                  <a:pt x="84798" y="51666"/>
                  <a:pt x="84798" y="28266"/>
                </a:cubicBezTo>
                <a:cubicBezTo>
                  <a:pt x="84798" y="4865"/>
                  <a:pt x="103796" y="-14133"/>
                  <a:pt x="127196" y="-14133"/>
                </a:cubicBezTo>
                <a:close/>
                <a:moveTo>
                  <a:pt x="21199" y="134263"/>
                </a:moveTo>
                <a:cubicBezTo>
                  <a:pt x="21199" y="103303"/>
                  <a:pt x="41957" y="76229"/>
                  <a:pt x="72917" y="61434"/>
                </a:cubicBezTo>
                <a:cubicBezTo>
                  <a:pt x="84091" y="79674"/>
                  <a:pt x="104230" y="91864"/>
                  <a:pt x="127196" y="91864"/>
                </a:cubicBezTo>
                <a:cubicBezTo>
                  <a:pt x="151796" y="91864"/>
                  <a:pt x="173172" y="77864"/>
                  <a:pt x="183728" y="57415"/>
                </a:cubicBezTo>
                <a:cubicBezTo>
                  <a:pt x="190706" y="52424"/>
                  <a:pt x="199230" y="49465"/>
                  <a:pt x="208461" y="49465"/>
                </a:cubicBezTo>
                <a:lnTo>
                  <a:pt x="217073" y="49465"/>
                </a:lnTo>
                <a:cubicBezTo>
                  <a:pt x="221666" y="49465"/>
                  <a:pt x="225023" y="53793"/>
                  <a:pt x="223918" y="58254"/>
                </a:cubicBezTo>
                <a:lnTo>
                  <a:pt x="216366" y="88419"/>
                </a:lnTo>
                <a:cubicBezTo>
                  <a:pt x="220739" y="93896"/>
                  <a:pt x="224404" y="99770"/>
                  <a:pt x="227143" y="105997"/>
                </a:cubicBezTo>
                <a:lnTo>
                  <a:pt x="236726" y="105997"/>
                </a:lnTo>
                <a:cubicBezTo>
                  <a:pt x="242600" y="105997"/>
                  <a:pt x="247326" y="110723"/>
                  <a:pt x="247326" y="116597"/>
                </a:cubicBezTo>
                <a:lnTo>
                  <a:pt x="247326" y="166062"/>
                </a:lnTo>
                <a:cubicBezTo>
                  <a:pt x="247326" y="171936"/>
                  <a:pt x="242600" y="176662"/>
                  <a:pt x="236726" y="176662"/>
                </a:cubicBezTo>
                <a:lnTo>
                  <a:pt x="219060" y="176662"/>
                </a:lnTo>
                <a:cubicBezTo>
                  <a:pt x="211773" y="186378"/>
                  <a:pt x="202057" y="194151"/>
                  <a:pt x="190794" y="199053"/>
                </a:cubicBezTo>
                <a:lnTo>
                  <a:pt x="190794" y="211994"/>
                </a:lnTo>
                <a:cubicBezTo>
                  <a:pt x="190794" y="219811"/>
                  <a:pt x="184479" y="226127"/>
                  <a:pt x="176662" y="226127"/>
                </a:cubicBezTo>
                <a:lnTo>
                  <a:pt x="162087" y="226127"/>
                </a:lnTo>
                <a:cubicBezTo>
                  <a:pt x="155771" y="226127"/>
                  <a:pt x="150251" y="221931"/>
                  <a:pt x="148484" y="215880"/>
                </a:cubicBezTo>
                <a:lnTo>
                  <a:pt x="145348" y="204927"/>
                </a:lnTo>
                <a:lnTo>
                  <a:pt x="109000" y="204927"/>
                </a:lnTo>
                <a:lnTo>
                  <a:pt x="105864" y="215880"/>
                </a:lnTo>
                <a:cubicBezTo>
                  <a:pt x="104142" y="221931"/>
                  <a:pt x="98621" y="226127"/>
                  <a:pt x="92306" y="226127"/>
                </a:cubicBezTo>
                <a:lnTo>
                  <a:pt x="77731" y="226127"/>
                </a:lnTo>
                <a:cubicBezTo>
                  <a:pt x="69914" y="226127"/>
                  <a:pt x="63598" y="219811"/>
                  <a:pt x="63598" y="211994"/>
                </a:cubicBezTo>
                <a:lnTo>
                  <a:pt x="63598" y="199053"/>
                </a:lnTo>
                <a:cubicBezTo>
                  <a:pt x="38645" y="188145"/>
                  <a:pt x="21199" y="163235"/>
                  <a:pt x="21199" y="134263"/>
                </a:cubicBezTo>
                <a:close/>
                <a:moveTo>
                  <a:pt x="187261" y="141329"/>
                </a:moveTo>
                <a:cubicBezTo>
                  <a:pt x="193111" y="141329"/>
                  <a:pt x="197861" y="136580"/>
                  <a:pt x="197861" y="130730"/>
                </a:cubicBezTo>
                <a:cubicBezTo>
                  <a:pt x="197861" y="124879"/>
                  <a:pt x="193111" y="120130"/>
                  <a:pt x="187261" y="120130"/>
                </a:cubicBezTo>
                <a:cubicBezTo>
                  <a:pt x="181411" y="120130"/>
                  <a:pt x="176662" y="124879"/>
                  <a:pt x="176662" y="130730"/>
                </a:cubicBezTo>
                <a:cubicBezTo>
                  <a:pt x="176662" y="136580"/>
                  <a:pt x="181411" y="141329"/>
                  <a:pt x="187261" y="141329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359908" y="5533830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59908" y="587302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HR administrative overhead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significantly through automation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7390" y="4852306"/>
            <a:ext cx="3709107" cy="1626856"/>
          </a:xfrm>
          <a:custGeom>
            <a:avLst/>
            <a:gdLst/>
            <a:ahLst/>
            <a:cxnLst/>
            <a:rect l="l" t="t" r="r" b="b"/>
            <a:pathLst>
              <a:path w="3709107" h="1626856">
                <a:moveTo>
                  <a:pt x="113067" y="0"/>
                </a:moveTo>
                <a:lnTo>
                  <a:pt x="3596040" y="0"/>
                </a:lnTo>
                <a:cubicBezTo>
                  <a:pt x="3658485" y="0"/>
                  <a:pt x="3709107" y="50622"/>
                  <a:pt x="3709107" y="113067"/>
                </a:cubicBezTo>
                <a:lnTo>
                  <a:pt x="3709107" y="1513790"/>
                </a:lnTo>
                <a:cubicBezTo>
                  <a:pt x="3709107" y="1576235"/>
                  <a:pt x="3658485" y="1626856"/>
                  <a:pt x="3596040" y="1626856"/>
                </a:cubicBezTo>
                <a:lnTo>
                  <a:pt x="113067" y="1626856"/>
                </a:lnTo>
                <a:cubicBezTo>
                  <a:pt x="50622" y="1626856"/>
                  <a:pt x="0" y="1576235"/>
                  <a:pt x="0" y="1513790"/>
                </a:cubicBezTo>
                <a:lnTo>
                  <a:pt x="0" y="113067"/>
                </a:lnTo>
                <a:cubicBezTo>
                  <a:pt x="0" y="50663"/>
                  <a:pt x="50663" y="0"/>
                  <a:pt x="11306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2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8467">
            <a:solidFill>
              <a:srgbClr val="2DD4B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223594" y="496851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336657" y="508157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8266" y="28266"/>
                </a:moveTo>
                <a:cubicBezTo>
                  <a:pt x="28266" y="20449"/>
                  <a:pt x="21950" y="14133"/>
                  <a:pt x="14133" y="14133"/>
                </a:cubicBezTo>
                <a:cubicBezTo>
                  <a:pt x="6316" y="14133"/>
                  <a:pt x="0" y="20449"/>
                  <a:pt x="0" y="28266"/>
                </a:cubicBezTo>
                <a:lnTo>
                  <a:pt x="0" y="176662"/>
                </a:lnTo>
                <a:cubicBezTo>
                  <a:pt x="0" y="196183"/>
                  <a:pt x="15811" y="211994"/>
                  <a:pt x="35332" y="211994"/>
                </a:cubicBezTo>
                <a:lnTo>
                  <a:pt x="211994" y="211994"/>
                </a:lnTo>
                <a:cubicBezTo>
                  <a:pt x="219811" y="211994"/>
                  <a:pt x="226127" y="205678"/>
                  <a:pt x="226127" y="197861"/>
                </a:cubicBezTo>
                <a:cubicBezTo>
                  <a:pt x="226127" y="190044"/>
                  <a:pt x="219811" y="183728"/>
                  <a:pt x="211994" y="183728"/>
                </a:cubicBezTo>
                <a:lnTo>
                  <a:pt x="35332" y="183728"/>
                </a:lnTo>
                <a:cubicBezTo>
                  <a:pt x="31446" y="183728"/>
                  <a:pt x="28266" y="180548"/>
                  <a:pt x="28266" y="176662"/>
                </a:cubicBezTo>
                <a:lnTo>
                  <a:pt x="28266" y="28266"/>
                </a:lnTo>
                <a:close/>
                <a:moveTo>
                  <a:pt x="207842" y="66513"/>
                </a:moveTo>
                <a:cubicBezTo>
                  <a:pt x="213363" y="60992"/>
                  <a:pt x="213363" y="52027"/>
                  <a:pt x="207842" y="46506"/>
                </a:cubicBezTo>
                <a:cubicBezTo>
                  <a:pt x="202322" y="40985"/>
                  <a:pt x="193356" y="40985"/>
                  <a:pt x="187835" y="46506"/>
                </a:cubicBezTo>
                <a:lnTo>
                  <a:pt x="141329" y="93056"/>
                </a:lnTo>
                <a:lnTo>
                  <a:pt x="115978" y="67750"/>
                </a:lnTo>
                <a:cubicBezTo>
                  <a:pt x="110458" y="62229"/>
                  <a:pt x="101492" y="62229"/>
                  <a:pt x="95971" y="67750"/>
                </a:cubicBezTo>
                <a:lnTo>
                  <a:pt x="53573" y="110148"/>
                </a:lnTo>
                <a:cubicBezTo>
                  <a:pt x="48052" y="115669"/>
                  <a:pt x="48052" y="124635"/>
                  <a:pt x="53573" y="130155"/>
                </a:cubicBezTo>
                <a:cubicBezTo>
                  <a:pt x="59093" y="135676"/>
                  <a:pt x="68059" y="135676"/>
                  <a:pt x="73580" y="130155"/>
                </a:cubicBezTo>
                <a:lnTo>
                  <a:pt x="105997" y="97738"/>
                </a:lnTo>
                <a:lnTo>
                  <a:pt x="131348" y="123089"/>
                </a:lnTo>
                <a:cubicBezTo>
                  <a:pt x="136869" y="128610"/>
                  <a:pt x="145834" y="128610"/>
                  <a:pt x="151355" y="123089"/>
                </a:cubicBezTo>
                <a:lnTo>
                  <a:pt x="207886" y="66557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23594" y="5533830"/>
            <a:ext cx="357091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23594" y="5873020"/>
            <a:ext cx="355207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and reporting provide </a:t>
            </a:r>
            <a:r>
              <a:rPr lang="en-US" sz="1187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 insights</a:t>
            </a:r>
            <a:r>
              <a:rPr lang="en-US" sz="118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planning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vkyhudsxome2/hrms_closing_bg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500688" y="917581"/>
            <a:ext cx="1190625" cy="1047750"/>
          </a:xfrm>
          <a:custGeom>
            <a:avLst/>
            <a:gdLst/>
            <a:ahLst/>
            <a:cxnLst/>
            <a:rect l="l" t="t" r="r" b="b"/>
            <a:pathLst>
              <a:path w="1190625" h="1047750">
                <a:moveTo>
                  <a:pt x="523875" y="0"/>
                </a:moveTo>
                <a:lnTo>
                  <a:pt x="666750" y="0"/>
                </a:lnTo>
                <a:cubicBezTo>
                  <a:pt x="955884" y="0"/>
                  <a:pt x="1190625" y="234741"/>
                  <a:pt x="1190625" y="523875"/>
                </a:cubicBezTo>
                <a:lnTo>
                  <a:pt x="1190625" y="523875"/>
                </a:lnTo>
                <a:cubicBezTo>
                  <a:pt x="1190625" y="813009"/>
                  <a:pt x="955884" y="1047750"/>
                  <a:pt x="666750" y="1047750"/>
                </a:cubicBezTo>
                <a:lnTo>
                  <a:pt x="523875" y="1047750"/>
                </a:lnTo>
                <a:cubicBezTo>
                  <a:pt x="234741" y="1047750"/>
                  <a:pt x="0" y="813009"/>
                  <a:pt x="0" y="523875"/>
                </a:cubicBezTo>
                <a:lnTo>
                  <a:pt x="0" y="523875"/>
                </a:lnTo>
                <a:cubicBezTo>
                  <a:pt x="0" y="234741"/>
                  <a:pt x="234741" y="0"/>
                  <a:pt x="52387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0D9488">
                  <a:alpha val="30000"/>
                </a:srgbClr>
              </a:gs>
            </a:gsLst>
            <a:lin ang="2700000" scaled="1"/>
          </a:gradFill>
          <a:ln w="25400">
            <a:solidFill>
              <a:srgbClr val="2DD4B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810250" y="115570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571500"/>
                </a:moveTo>
                <a:cubicBezTo>
                  <a:pt x="443460" y="571500"/>
                  <a:pt x="571500" y="443460"/>
                  <a:pt x="571500" y="285750"/>
                </a:cubicBezTo>
                <a:cubicBezTo>
                  <a:pt x="571500" y="128040"/>
                  <a:pt x="443460" y="0"/>
                  <a:pt x="285750" y="0"/>
                </a:cubicBezTo>
                <a:cubicBezTo>
                  <a:pt x="128040" y="0"/>
                  <a:pt x="0" y="128040"/>
                  <a:pt x="0" y="285750"/>
                </a:cubicBezTo>
                <a:cubicBezTo>
                  <a:pt x="0" y="443460"/>
                  <a:pt x="128040" y="571500"/>
                  <a:pt x="285750" y="571500"/>
                </a:cubicBezTo>
                <a:close/>
                <a:moveTo>
                  <a:pt x="379958" y="237418"/>
                </a:moveTo>
                <a:lnTo>
                  <a:pt x="290661" y="380293"/>
                </a:lnTo>
                <a:cubicBezTo>
                  <a:pt x="285973" y="387772"/>
                  <a:pt x="277937" y="392460"/>
                  <a:pt x="269118" y="392906"/>
                </a:cubicBezTo>
                <a:cubicBezTo>
                  <a:pt x="260300" y="393353"/>
                  <a:pt x="251817" y="389334"/>
                  <a:pt x="246571" y="382191"/>
                </a:cubicBezTo>
                <a:lnTo>
                  <a:pt x="192993" y="310753"/>
                </a:lnTo>
                <a:cubicBezTo>
                  <a:pt x="184063" y="298921"/>
                  <a:pt x="186519" y="282178"/>
                  <a:pt x="198351" y="273248"/>
                </a:cubicBezTo>
                <a:cubicBezTo>
                  <a:pt x="210183" y="264319"/>
                  <a:pt x="226926" y="266774"/>
                  <a:pt x="235855" y="278606"/>
                </a:cubicBezTo>
                <a:lnTo>
                  <a:pt x="265993" y="318790"/>
                </a:lnTo>
                <a:lnTo>
                  <a:pt x="334528" y="209066"/>
                </a:lnTo>
                <a:cubicBezTo>
                  <a:pt x="342342" y="196565"/>
                  <a:pt x="358862" y="192658"/>
                  <a:pt x="371475" y="200583"/>
                </a:cubicBezTo>
                <a:cubicBezTo>
                  <a:pt x="384088" y="208508"/>
                  <a:pt x="387883" y="224917"/>
                  <a:pt x="379958" y="23753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71851" y="2203456"/>
            <a:ext cx="384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304165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71863" y="3308356"/>
            <a:ext cx="364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69084" y="3959231"/>
            <a:ext cx="5254625" cy="1454150"/>
          </a:xfrm>
          <a:custGeom>
            <a:avLst/>
            <a:gdLst/>
            <a:ahLst/>
            <a:cxnLst/>
            <a:rect l="l" t="t" r="r" b="b"/>
            <a:pathLst>
              <a:path w="5254625" h="1454150">
                <a:moveTo>
                  <a:pt x="152395" y="0"/>
                </a:moveTo>
                <a:lnTo>
                  <a:pt x="5102230" y="0"/>
                </a:lnTo>
                <a:cubicBezTo>
                  <a:pt x="5186395" y="0"/>
                  <a:pt x="5254625" y="68230"/>
                  <a:pt x="5254625" y="152395"/>
                </a:cubicBezTo>
                <a:lnTo>
                  <a:pt x="5254625" y="1301755"/>
                </a:lnTo>
                <a:cubicBezTo>
                  <a:pt x="5254625" y="1385920"/>
                  <a:pt x="5186395" y="1454150"/>
                  <a:pt x="5102230" y="1454150"/>
                </a:cubicBezTo>
                <a:lnTo>
                  <a:pt x="152395" y="1454150"/>
                </a:lnTo>
                <a:cubicBezTo>
                  <a:pt x="68286" y="1454150"/>
                  <a:pt x="0" y="1385864"/>
                  <a:pt x="0" y="13017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8467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32002" y="419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4168" y="4352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94003" y="4210050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Md. Rakibul Islam Ratul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94003" y="45148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Sr. Manager, Telecom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36975" y="4991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946525" y="49530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for Demo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67437" y="4991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85" y="7441"/>
                </a:moveTo>
                <a:cubicBezTo>
                  <a:pt x="45333" y="1816"/>
                  <a:pt x="39201" y="-1161"/>
                  <a:pt x="33367" y="417"/>
                </a:cubicBezTo>
                <a:lnTo>
                  <a:pt x="31730" y="863"/>
                </a:lnTo>
                <a:cubicBezTo>
                  <a:pt x="12502" y="6102"/>
                  <a:pt x="-3929" y="24735"/>
                  <a:pt x="863" y="47417"/>
                </a:cubicBezTo>
                <a:cubicBezTo>
                  <a:pt x="11906" y="99506"/>
                  <a:pt x="52894" y="140494"/>
                  <a:pt x="104983" y="151537"/>
                </a:cubicBezTo>
                <a:cubicBezTo>
                  <a:pt x="127695" y="156359"/>
                  <a:pt x="146298" y="139898"/>
                  <a:pt x="151537" y="120670"/>
                </a:cubicBezTo>
                <a:lnTo>
                  <a:pt x="151983" y="119033"/>
                </a:lnTo>
                <a:cubicBezTo>
                  <a:pt x="153591" y="113169"/>
                  <a:pt x="150584" y="107037"/>
                  <a:pt x="144988" y="104715"/>
                </a:cubicBezTo>
                <a:lnTo>
                  <a:pt x="116026" y="92660"/>
                </a:lnTo>
                <a:cubicBezTo>
                  <a:pt x="111115" y="90607"/>
                  <a:pt x="105430" y="92035"/>
                  <a:pt x="102037" y="96173"/>
                </a:cubicBezTo>
                <a:lnTo>
                  <a:pt x="90547" y="110222"/>
                </a:lnTo>
                <a:cubicBezTo>
                  <a:pt x="69622" y="99834"/>
                  <a:pt x="52774" y="82451"/>
                  <a:pt x="43101" y="61109"/>
                </a:cubicBezTo>
                <a:lnTo>
                  <a:pt x="56257" y="50393"/>
                </a:lnTo>
                <a:cubicBezTo>
                  <a:pt x="60394" y="47030"/>
                  <a:pt x="61793" y="41344"/>
                  <a:pt x="59769" y="36403"/>
                </a:cubicBezTo>
                <a:lnTo>
                  <a:pt x="47685" y="7441"/>
                </a:ln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76987" y="49530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Support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28656" y="4991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28681" y="49530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 Meeting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669506" y="5759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79056" y="5721353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33219" y="581660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709444" y="57594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28519" y="5721353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076281" y="581660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381081" y="57594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571581" y="5721353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Ready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1833</Words>
  <Application>Microsoft Office PowerPoint</Application>
  <PresentationFormat>Widescreen</PresentationFormat>
  <Paragraphs>489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Noto Sans SC</vt:lpstr>
      <vt:lpstr>微软雅黑</vt:lpstr>
      <vt:lpstr>MiSans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Management System (HRMS)</dc:title>
  <dc:subject>HR Management System (HRMS)</dc:subject>
  <dc:creator>Kimi</dc:creator>
  <cp:lastModifiedBy>Ratul Islam</cp:lastModifiedBy>
  <cp:revision>2</cp:revision>
  <dcterms:created xsi:type="dcterms:W3CDTF">2026-04-09T11:55:04Z</dcterms:created>
  <dcterms:modified xsi:type="dcterms:W3CDTF">2026-04-09T12:03:46Z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{"Label":"HR Management System (HRMS)","ContentProducer":"001191110108MACG2KBH8F10000","ProduceID":"19d720f4-16f2-87e7-8000-000020c0dda4","ReservedCode1":"","ContentPropagator":"001191110108MACG2KBH8F20000","PropagateID":"19d720f4-16f2-87e7-8000-000020c0dda4","ReservedCode2":""}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2026-04-09T12:03:45Z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fcfa6f90-8a81-410a-8353-b93e1d7b9893</vt:lpwstr>
  </property>
  <property fmtid="{D5CDD505-2E9C-101B-9397-08002B2CF9AE}" pid="8" name="MSIP_Label_defa4170-0d19-0005-0004-bc88714345d2_ActionId">
    <vt:lpwstr>e4f8e0a3-6dd8-4f02-8cdc-1022955e7b3c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